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d66323984444e" /><Relationship Type="http://schemas.openxmlformats.org/officeDocument/2006/relationships/extended-properties" Target="/docProps/app.xml" Id="R2315075b06784994" /><Relationship Type="http://schemas.openxmlformats.org/officeDocument/2006/relationships/officeDocument" Target="/ppt/presentation.xml" Id="Rc07c7805da3a4c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8e8e5cae44187"/>
  </p:sldMasterIdLst>
  <p:notesMasterIdLst>
    <p:notesMasterId xmlns:r="http://schemas.openxmlformats.org/officeDocument/2006/relationships" r:id="R2a3d128afd2341ec"/>
  </p:notesMasterIdLst>
  <p:sldIdLst>
    <p:sldId xmlns:r="http://schemas.openxmlformats.org/officeDocument/2006/relationships" id="256" r:id="R18a57d17674d48a5"/>
    <p:sldId xmlns:r="http://schemas.openxmlformats.org/officeDocument/2006/relationships" id="257" r:id="Rcda012adec9f4974"/>
    <p:sldId xmlns:r="http://schemas.openxmlformats.org/officeDocument/2006/relationships" id="258" r:id="R3540bfbde0d040eb"/>
    <p:sldId xmlns:r="http://schemas.openxmlformats.org/officeDocument/2006/relationships" id="259" r:id="Rfc3038a8406543a0"/>
    <p:sldId xmlns:r="http://schemas.openxmlformats.org/officeDocument/2006/relationships" id="260" r:id="Rbbecc28e24814324"/>
    <p:sldId xmlns:r="http://schemas.openxmlformats.org/officeDocument/2006/relationships" id="261" r:id="R6cac4cc058bf404e"/>
    <p:sldId xmlns:r="http://schemas.openxmlformats.org/officeDocument/2006/relationships" id="262" r:id="R5bf04e74ae574575"/>
    <p:sldId xmlns:r="http://schemas.openxmlformats.org/officeDocument/2006/relationships" id="263" r:id="R0ccc356dfa814cb5"/>
    <p:sldId xmlns:r="http://schemas.openxmlformats.org/officeDocument/2006/relationships" id="264" r:id="Rc0a7d6f701854971"/>
    <p:sldId xmlns:r="http://schemas.openxmlformats.org/officeDocument/2006/relationships" id="265" r:id="Rd4f1b380b4404e09"/>
    <p:sldId xmlns:r="http://schemas.openxmlformats.org/officeDocument/2006/relationships" id="266" r:id="R1bb7862f8c5940fe"/>
    <p:sldId xmlns:r="http://schemas.openxmlformats.org/officeDocument/2006/relationships" id="267" r:id="Rae3312e2f6404c83"/>
    <p:sldId xmlns:r="http://schemas.openxmlformats.org/officeDocument/2006/relationships" id="268" r:id="R0186abca7d5f4417"/>
    <p:sldId xmlns:r="http://schemas.openxmlformats.org/officeDocument/2006/relationships" id="269" r:id="Ra1ec278064f54dfe"/>
    <p:sldId xmlns:r="http://schemas.openxmlformats.org/officeDocument/2006/relationships" id="270" r:id="R258e75d06fa14332"/>
    <p:sldId xmlns:r="http://schemas.openxmlformats.org/officeDocument/2006/relationships" id="271" r:id="R90a2b1d7cffc441c"/>
    <p:sldId xmlns:r="http://schemas.openxmlformats.org/officeDocument/2006/relationships" id="272" r:id="Rc0f5c51efd8146eb"/>
    <p:sldId xmlns:r="http://schemas.openxmlformats.org/officeDocument/2006/relationships" id="273" r:id="Ra146757979a54499"/>
    <p:sldId xmlns:r="http://schemas.openxmlformats.org/officeDocument/2006/relationships" id="274" r:id="R03433dd8348b4c0a"/>
    <p:sldId xmlns:r="http://schemas.openxmlformats.org/officeDocument/2006/relationships" id="275" r:id="R2debd4702ed7483a"/>
    <p:sldId xmlns:r="http://schemas.openxmlformats.org/officeDocument/2006/relationships" id="276" r:id="R6dd710e1bcbd4a3d"/>
    <p:sldId xmlns:r="http://schemas.openxmlformats.org/officeDocument/2006/relationships" id="277" r:id="Rd50aab7f409b483a"/>
    <p:sldId xmlns:r="http://schemas.openxmlformats.org/officeDocument/2006/relationships" id="278" r:id="R1961015910554d39"/>
    <p:sldId xmlns:r="http://schemas.openxmlformats.org/officeDocument/2006/relationships" id="279" r:id="Re7e5bfc30b2548e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72147d27f9426e" /><Relationship Type="http://schemas.openxmlformats.org/officeDocument/2006/relationships/slideMaster" Target="/ppt/slideMasters/slideMaster1.xml" Id="R5118e8e5cae44187" /><Relationship Type="http://schemas.openxmlformats.org/officeDocument/2006/relationships/notesMaster" Target="/ppt/notesMasters/notesMaster1.xml" Id="R2a3d128afd2341ec" /><Relationship Type="http://schemas.openxmlformats.org/officeDocument/2006/relationships/presProps" Target="/ppt/presProps.xml" Id="Rbe17a79495db4e89" /><Relationship Type="http://schemas.openxmlformats.org/officeDocument/2006/relationships/tableStyles" Target="/ppt/tableStyles.xml" Id="R55728a044d9546f4" /><Relationship Type="http://schemas.openxmlformats.org/officeDocument/2006/relationships/slide" Target="/ppt/slides/slide1.xml" Id="R18a57d17674d48a5" /><Relationship Type="http://schemas.openxmlformats.org/officeDocument/2006/relationships/slide" Target="/ppt/slides/slide2.xml" Id="Rcda012adec9f4974" /><Relationship Type="http://schemas.openxmlformats.org/officeDocument/2006/relationships/slide" Target="/ppt/slides/slide3.xml" Id="R3540bfbde0d040eb" /><Relationship Type="http://schemas.openxmlformats.org/officeDocument/2006/relationships/slide" Target="/ppt/slides/slide4.xml" Id="Rfc3038a8406543a0" /><Relationship Type="http://schemas.openxmlformats.org/officeDocument/2006/relationships/slide" Target="/ppt/slides/slide5.xml" Id="Rbbecc28e24814324" /><Relationship Type="http://schemas.openxmlformats.org/officeDocument/2006/relationships/slide" Target="/ppt/slides/slide6.xml" Id="R6cac4cc058bf404e" /><Relationship Type="http://schemas.openxmlformats.org/officeDocument/2006/relationships/slide" Target="/ppt/slides/slide7.xml" Id="R5bf04e74ae574575" /><Relationship Type="http://schemas.openxmlformats.org/officeDocument/2006/relationships/slide" Target="/ppt/slides/slide8.xml" Id="R0ccc356dfa814cb5" /><Relationship Type="http://schemas.openxmlformats.org/officeDocument/2006/relationships/slide" Target="/ppt/slides/slide9.xml" Id="Rc0a7d6f701854971" /><Relationship Type="http://schemas.openxmlformats.org/officeDocument/2006/relationships/slide" Target="/ppt/slides/slide10.xml" Id="Rd4f1b380b4404e09" /><Relationship Type="http://schemas.openxmlformats.org/officeDocument/2006/relationships/slide" Target="/ppt/slides/slide11.xml" Id="R1bb7862f8c5940fe" /><Relationship Type="http://schemas.openxmlformats.org/officeDocument/2006/relationships/slide" Target="/ppt/slides/slide12.xml" Id="Rae3312e2f6404c83" /><Relationship Type="http://schemas.openxmlformats.org/officeDocument/2006/relationships/slide" Target="/ppt/slides/slide13.xml" Id="R0186abca7d5f4417" /><Relationship Type="http://schemas.openxmlformats.org/officeDocument/2006/relationships/slide" Target="/ppt/slides/slide14.xml" Id="Ra1ec278064f54dfe" /><Relationship Type="http://schemas.openxmlformats.org/officeDocument/2006/relationships/slide" Target="/ppt/slides/slide15.xml" Id="R258e75d06fa14332" /><Relationship Type="http://schemas.openxmlformats.org/officeDocument/2006/relationships/slide" Target="/ppt/slides/slide16.xml" Id="R90a2b1d7cffc441c" /><Relationship Type="http://schemas.openxmlformats.org/officeDocument/2006/relationships/slide" Target="/ppt/slides/slide17.xml" Id="Rc0f5c51efd8146eb" /><Relationship Type="http://schemas.openxmlformats.org/officeDocument/2006/relationships/slide" Target="/ppt/slides/slide18.xml" Id="Ra146757979a54499" /><Relationship Type="http://schemas.openxmlformats.org/officeDocument/2006/relationships/slide" Target="/ppt/slides/slide19.xml" Id="R03433dd8348b4c0a" /><Relationship Type="http://schemas.openxmlformats.org/officeDocument/2006/relationships/slide" Target="/ppt/slides/slide20.xml" Id="R2debd4702ed7483a" /><Relationship Type="http://schemas.openxmlformats.org/officeDocument/2006/relationships/slide" Target="/ppt/slides/slide21.xml" Id="R6dd710e1bcbd4a3d" /><Relationship Type="http://schemas.openxmlformats.org/officeDocument/2006/relationships/slide" Target="/ppt/slides/slide22.xml" Id="Rd50aab7f409b483a" /><Relationship Type="http://schemas.openxmlformats.org/officeDocument/2006/relationships/slide" Target="/ppt/slides/slide23.xml" Id="R1961015910554d39" /><Relationship Type="http://schemas.openxmlformats.org/officeDocument/2006/relationships/slide" Target="/ppt/slides/slide24.xml" Id="Re7e5bfc30b25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360d4946549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78d6f63e574dab" /><Relationship Type="http://schemas.openxmlformats.org/officeDocument/2006/relationships/notesMaster" Target="/ppt/notesMasters/notesMaster1.xml" Id="R84d270a1639544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afea3e529844c7" /><Relationship Type="http://schemas.openxmlformats.org/officeDocument/2006/relationships/notesMaster" Target="/ppt/notesMasters/notesMaster1.xml" Id="R818db3b7ea21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4ceb79166346d6" /><Relationship Type="http://schemas.openxmlformats.org/officeDocument/2006/relationships/notesMaster" Target="/ppt/notesMasters/notesMaster1.xml" Id="R4da570265f5246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7a3ede48643eb" /><Relationship Type="http://schemas.openxmlformats.org/officeDocument/2006/relationships/notesMaster" Target="/ppt/notesMasters/notesMaster1.xml" Id="R5210038d2527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a61766f3634d4e" /><Relationship Type="http://schemas.openxmlformats.org/officeDocument/2006/relationships/notesMaster" Target="/ppt/notesMasters/notesMaster1.xml" Id="Rdd8c2ed34c1e44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87ddeb74264dbd" /><Relationship Type="http://schemas.openxmlformats.org/officeDocument/2006/relationships/notesMaster" Target="/ppt/notesMasters/notesMaster1.xml" Id="Rd53d395adc4c4b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6dca9132904d85" /><Relationship Type="http://schemas.openxmlformats.org/officeDocument/2006/relationships/notesMaster" Target="/ppt/notesMasters/notesMaster1.xml" Id="R50701b7fa0e846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b669098f9840cb" /><Relationship Type="http://schemas.openxmlformats.org/officeDocument/2006/relationships/notesMaster" Target="/ppt/notesMasters/notesMaster1.xml" Id="R0af6694894f4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7d8de5678d4b65" /><Relationship Type="http://schemas.openxmlformats.org/officeDocument/2006/relationships/notesMaster" Target="/ppt/notesMasters/notesMaster1.xml" Id="R556c6359a6174a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85683d23cb4beb" /><Relationship Type="http://schemas.openxmlformats.org/officeDocument/2006/relationships/notesMaster" Target="/ppt/notesMasters/notesMaster1.xml" Id="R27ccdbbd535b42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84c61f6d174706" /><Relationship Type="http://schemas.openxmlformats.org/officeDocument/2006/relationships/notesMaster" Target="/ppt/notesMasters/notesMaster1.xml" Id="Rd457099fe7b944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f0673702f94cc9" /><Relationship Type="http://schemas.openxmlformats.org/officeDocument/2006/relationships/notesMaster" Target="/ppt/notesMasters/notesMaster1.xml" Id="R2303d94fb3db4e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c013eeb86541fa" /><Relationship Type="http://schemas.openxmlformats.org/officeDocument/2006/relationships/notesMaster" Target="/ppt/notesMasters/notesMaster1.xml" Id="Rac48f2c2ee2f49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630daf55bb4e6b" /><Relationship Type="http://schemas.openxmlformats.org/officeDocument/2006/relationships/notesMaster" Target="/ppt/notesMasters/notesMaster1.xml" Id="R54f47c259b4f44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7737d0cb0a43f0" /><Relationship Type="http://schemas.openxmlformats.org/officeDocument/2006/relationships/notesMaster" Target="/ppt/notesMasters/notesMaster1.xml" Id="R3ae1a330c54f40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f8df04bc1e4ddd" /><Relationship Type="http://schemas.openxmlformats.org/officeDocument/2006/relationships/notesMaster" Target="/ppt/notesMasters/notesMaster1.xml" Id="R9046de94189b4f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29f157bb744278" /><Relationship Type="http://schemas.openxmlformats.org/officeDocument/2006/relationships/notesMaster" Target="/ppt/notesMasters/notesMaster1.xml" Id="R9f77da4feba640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03c06aaded4458" /><Relationship Type="http://schemas.openxmlformats.org/officeDocument/2006/relationships/notesMaster" Target="/ppt/notesMasters/notesMaster1.xml" Id="R6b7b67e3353845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e2b2ed0c854163" /><Relationship Type="http://schemas.openxmlformats.org/officeDocument/2006/relationships/notesMaster" Target="/ppt/notesMasters/notesMaster1.xml" Id="R6a2e6fb44a8243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5c7d68bc0944d3" /><Relationship Type="http://schemas.openxmlformats.org/officeDocument/2006/relationships/notesMaster" Target="/ppt/notesMasters/notesMaster1.xml" Id="R16f90e5287bf4d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8c85dfca9c4f86" /><Relationship Type="http://schemas.openxmlformats.org/officeDocument/2006/relationships/notesMaster" Target="/ppt/notesMasters/notesMaster1.xml" Id="Rd3f7fe76fa374d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7287485085469c" /><Relationship Type="http://schemas.openxmlformats.org/officeDocument/2006/relationships/notesMaster" Target="/ppt/notesMasters/notesMaster1.xml" Id="Re1038f0aacf644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add080c776e4a20" /><Relationship Type="http://schemas.openxmlformats.org/officeDocument/2006/relationships/notesMaster" Target="/ppt/notesMasters/notesMaster1.xml" Id="R7558afdc82004b2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5f073b44763449d" /><Relationship Type="http://schemas.openxmlformats.org/officeDocument/2006/relationships/notesMaster" Target="/ppt/notesMasters/notesMaster1.xml" Id="R2a23dbc29843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S1-1</a:t>
            </a:r>
          </a:p>
          <a:p xmlns:a="http://schemas.openxmlformats.org/drawingml/2006/main">
            <a:r>
              <a:t>المشهد 1 — نافذة الموافقة (0:00 – 0:12)</a:t>
            </a:r>
          </a:p>
          <a:p xmlns:a="http://schemas.openxmlformats.org/drawingml/2006/main">
            <a:r>
              <a:t>زمن هذه الشريحة: 0.0–3.5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"تقريبًا مفيش موقع بتفتحه دلوقتي إلا ويظهرلك إشعار... بيدوس على Accept All عشان الرسالة تختفي ونعرف ندخل الموقع وخلاص."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(x,y من أعلى-يسار، 1920×1080)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إطار متصفح (Rounded Rect) | 360, 140 | 1200×700 | خلفية `#12172E`، حد `#00D9FF` 1px، Glow خفيف | Scale Up | 0.0s | Soft Pop |</a:t>
            </a:r>
          </a:p>
          <a:p xmlns:a="http://schemas.openxmlformats.org/drawingml/2006/main">
            <a:r>
              <a:t>| 1 | شريط عنوان وهمي + دائرتين ملونتين | 390, 170 | 1140×40 | رمادي فاتح | Fade In | 0.2s | — |</a:t>
            </a:r>
          </a:p>
          <a:p xmlns:a="http://schemas.openxmlformats.org/drawingml/2006/main">
            <a:r>
              <a:t>| 1 | محتوى موقع وهمي (خطوط نص رمادية) | 420, 240 | 1080×400 | `#8A93A6` | Fade In | 0.3s | — |</a:t>
            </a:r>
          </a:p>
          <a:p xmlns:a="http://schemas.openxmlformats.org/drawingml/2006/main">
            <a:r>
              <a:t>| 2 | نافذة Cookies المنبثقة من الأسفل | 460, 640 | 1000×220 | خلفية `#0A0E27` مع حد `#8B7BFF` | Move In (Bottom) | 0.0s (شريحة جديدة) | Subtle Whoosh |</a:t>
            </a:r>
          </a:p>
          <a:p xmlns:a="http://schemas.openxmlformats.org/drawingml/2006/main">
            <a:r>
              <a:t>| 2 | نص: "نستخدم ملفات تعريف الارتباط لتحسين تجربتك" | 500, 670 | 900×60 | أبيض | Fade In | 0.15s | — |</a:t>
            </a:r>
          </a:p>
          <a:p xmlns:a="http://schemas.openxmlformats.org/drawingml/2006/main">
            <a:r>
              <a:t>| 2 | زر Accept All | 500, 760 | 220×64 | خلفية `#00D9FF`، نص أسود Bold | Fade In | 0.3s | — |</a:t>
            </a:r>
          </a:p>
          <a:p xmlns:a="http://schemas.openxmlformats.org/drawingml/2006/main">
            <a:r>
              <a:t>| 2 | زر Reject | 760, 760 | 180×64 | حد فقط، شفاف | Fade In | 0.35s | — |</a:t>
            </a:r>
          </a:p>
          <a:p xmlns:a="http://schemas.openxmlformats.org/drawingml/2006/main">
            <a:r>
              <a:t>| 2 | مؤشر ماوس (شكل بسيط) | يبدأ 900,900 → ينتهي 610,790 | 40×40 | أبيض | Move In (مسار مخصص عبر Magic Move للشريحة 3) | 0.5s | — |</a:t>
            </a:r>
          </a:p>
          <a:p xmlns:a="http://schemas.openxmlformats.org/drawingml/2006/main">
            <a:r>
              <a:t>| 3 | (نفس عناصر شريحة 2 + المؤشر فوق زر Accept مباشرة + Ripple صغير) | 610, 790 | — | — | Magic Move من شريحة 2 | — | Mouse Click |</a:t>
            </a:r>
          </a:p>
          <a:p xmlns:a="http://schemas.openxmlformats.org/drawingml/2006/main">
            <a:r>
              <a:t>| 3 | نافذة Cookies بالكامل تختفي | — | — | — | Build Out → Fade (سريع 0.2s) | 0.1s بعد الكليك | — |</a:t>
            </a:r>
          </a:p>
          <a:p xmlns:a="http://schemas.openxmlformats.org/drawingml/2006/main">
            <a:r>
              <a:t>| 3 | أيقونة Cookie صغيرة تظهر وسط الشاشة للحظة (0.4s) ثم تختفي | 920, 470 | 80×80 | `#FFB800` | Scale Up ثم Fade Out | 0.3s | Digital Tick |</a:t>
            </a:r>
          </a:p>
          <a:p xmlns:a="http://schemas.openxmlformats.org/drawingml/2006/main">
            <a:r>
              <a:t>| 3 | نص شاشة كبير: **"Accept All?"** | وسط الشاشة، 700, 850 | — | أبيض، 64pt | Fade In | 0.6s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S1-2</a:t>
            </a:r>
          </a:p>
          <a:p xmlns:a="http://schemas.openxmlformats.org/drawingml/2006/main">
            <a:r>
              <a:t>المشهد 1 — نافذة الموافقة (0:00 – 0:12)</a:t>
            </a:r>
          </a:p>
          <a:p xmlns:a="http://schemas.openxmlformats.org/drawingml/2006/main">
            <a:r>
              <a:t>زمن هذه الشريحة: 3.5–8.0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"تقريبًا مفيش موقع بتفتحه دلوقتي إلا ويظهرلك إشعار... بيدوس على Accept All عشان الرسالة تختفي ونعرف ندخل الموقع وخلاص."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(x,y من أعلى-يسار، 1920×1080)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إطار متصفح (Rounded Rect) | 360, 140 | 1200×700 | خلفية `#12172E`، حد `#00D9FF` 1px، Glow خفيف | Scale Up | 0.0s | Soft Pop |</a:t>
            </a:r>
          </a:p>
          <a:p xmlns:a="http://schemas.openxmlformats.org/drawingml/2006/main">
            <a:r>
              <a:t>| 1 | شريط عنوان وهمي + دائرتين ملونتين | 390, 170 | 1140×40 | رمادي فاتح | Fade In | 0.2s | — |</a:t>
            </a:r>
          </a:p>
          <a:p xmlns:a="http://schemas.openxmlformats.org/drawingml/2006/main">
            <a:r>
              <a:t>| 1 | محتوى موقع وهمي (خطوط نص رمادية) | 420, 240 | 1080×400 | `#8A93A6` | Fade In | 0.3s | — |</a:t>
            </a:r>
          </a:p>
          <a:p xmlns:a="http://schemas.openxmlformats.org/drawingml/2006/main">
            <a:r>
              <a:t>| 2 | نافذة Cookies المنبثقة من الأسفل | 460, 640 | 1000×220 | خلفية `#0A0E27` مع حد `#8B7BFF` | Move In (Bottom) | 0.0s (شريحة جديدة) | Subtle Whoosh |</a:t>
            </a:r>
          </a:p>
          <a:p xmlns:a="http://schemas.openxmlformats.org/drawingml/2006/main">
            <a:r>
              <a:t>| 2 | نص: "نستخدم ملفات تعريف الارتباط لتحسين تجربتك" | 500, 670 | 900×60 | أبيض | Fade In | 0.15s | — |</a:t>
            </a:r>
          </a:p>
          <a:p xmlns:a="http://schemas.openxmlformats.org/drawingml/2006/main">
            <a:r>
              <a:t>| 2 | زر Accept All | 500, 760 | 220×64 | خلفية `#00D9FF`، نص أسود Bold | Fade In | 0.3s | — |</a:t>
            </a:r>
          </a:p>
          <a:p xmlns:a="http://schemas.openxmlformats.org/drawingml/2006/main">
            <a:r>
              <a:t>| 2 | زر Reject | 760, 760 | 180×64 | حد فقط، شفاف | Fade In | 0.35s | — |</a:t>
            </a:r>
          </a:p>
          <a:p xmlns:a="http://schemas.openxmlformats.org/drawingml/2006/main">
            <a:r>
              <a:t>| 2 | مؤشر ماوس (شكل بسيط) | يبدأ 900,900 → ينتهي 610,790 | 40×40 | أبيض | Move In (مسار مخصص عبر Magic Move للشريحة 3) | 0.5s | — |</a:t>
            </a:r>
          </a:p>
          <a:p xmlns:a="http://schemas.openxmlformats.org/drawingml/2006/main">
            <a:r>
              <a:t>| 3 | (نفس عناصر شريحة 2 + المؤشر فوق زر Accept مباشرة + Ripple صغير) | 610, 790 | — | — | Magic Move من شريحة 2 | — | Mouse Click |</a:t>
            </a:r>
          </a:p>
          <a:p xmlns:a="http://schemas.openxmlformats.org/drawingml/2006/main">
            <a:r>
              <a:t>| 3 | نافذة Cookies بالكامل تختفي | — | — | — | Build Out → Fade (سريع 0.2s) | 0.1s بعد الكليك | — |</a:t>
            </a:r>
          </a:p>
          <a:p xmlns:a="http://schemas.openxmlformats.org/drawingml/2006/main">
            <a:r>
              <a:t>| 3 | أيقونة Cookie صغيرة تظهر وسط الشاشة للحظة (0.4s) ثم تختفي | 920, 470 | 80×80 | `#FFB800` | Scale Up ثم Fade Out | 0.3s | Digital Tick |</a:t>
            </a:r>
          </a:p>
          <a:p xmlns:a="http://schemas.openxmlformats.org/drawingml/2006/main">
            <a:r>
              <a:t>| 3 | نص شاشة كبير: **"Accept All?"** | وسط الشاشة، 700, 850 | — | أبيض، 64pt | Fade In | 0.6s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S1-3</a:t>
            </a:r>
          </a:p>
          <a:p xmlns:a="http://schemas.openxmlformats.org/drawingml/2006/main">
            <a:r>
              <a:t>المشهد 1 — نافذة الموافقة (0:00 – 0:12)</a:t>
            </a:r>
          </a:p>
          <a:p xmlns:a="http://schemas.openxmlformats.org/drawingml/2006/main">
            <a:r>
              <a:t>زمن هذه الشريحة: 8.0–12.0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"تقريبًا مفيش موقع بتفتحه دلوقتي إلا ويظهرلك إشعار... بيدوس على Accept All عشان الرسالة تختفي ونعرف ندخل الموقع وخلاص."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(x,y من أعلى-يسار، 1920×1080)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إطار متصفح (Rounded Rect) | 360, 140 | 1200×700 | خلفية `#12172E`، حد `#00D9FF` 1px، Glow خفيف | Scale Up | 0.0s | Soft Pop |</a:t>
            </a:r>
          </a:p>
          <a:p xmlns:a="http://schemas.openxmlformats.org/drawingml/2006/main">
            <a:r>
              <a:t>| 1 | شريط عنوان وهمي + دائرتين ملونتين | 390, 170 | 1140×40 | رمادي فاتح | Fade In | 0.2s | — |</a:t>
            </a:r>
          </a:p>
          <a:p xmlns:a="http://schemas.openxmlformats.org/drawingml/2006/main">
            <a:r>
              <a:t>| 1 | محتوى موقع وهمي (خطوط نص رمادية) | 420, 240 | 1080×400 | `#8A93A6` | Fade In | 0.3s | — |</a:t>
            </a:r>
          </a:p>
          <a:p xmlns:a="http://schemas.openxmlformats.org/drawingml/2006/main">
            <a:r>
              <a:t>| 2 | نافذة Cookies المنبثقة من الأسفل | 460, 640 | 1000×220 | خلفية `#0A0E27` مع حد `#8B7BFF` | Move In (Bottom) | 0.0s (شريحة جديدة) | Subtle Whoosh |</a:t>
            </a:r>
          </a:p>
          <a:p xmlns:a="http://schemas.openxmlformats.org/drawingml/2006/main">
            <a:r>
              <a:t>| 2 | نص: "نستخدم ملفات تعريف الارتباط لتحسين تجربتك" | 500, 670 | 900×60 | أبيض | Fade In | 0.15s | — |</a:t>
            </a:r>
          </a:p>
          <a:p xmlns:a="http://schemas.openxmlformats.org/drawingml/2006/main">
            <a:r>
              <a:t>| 2 | زر Accept All | 500, 760 | 220×64 | خلفية `#00D9FF`، نص أسود Bold | Fade In | 0.3s | — |</a:t>
            </a:r>
          </a:p>
          <a:p xmlns:a="http://schemas.openxmlformats.org/drawingml/2006/main">
            <a:r>
              <a:t>| 2 | زر Reject | 760, 760 | 180×64 | حد فقط، شفاف | Fade In | 0.35s | — |</a:t>
            </a:r>
          </a:p>
          <a:p xmlns:a="http://schemas.openxmlformats.org/drawingml/2006/main">
            <a:r>
              <a:t>| 2 | مؤشر ماوس (شكل بسيط) | يبدأ 900,900 → ينتهي 610,790 | 40×40 | أبيض | Move In (مسار مخصص عبر Magic Move للشريحة 3) | 0.5s | — |</a:t>
            </a:r>
          </a:p>
          <a:p xmlns:a="http://schemas.openxmlformats.org/drawingml/2006/main">
            <a:r>
              <a:t>| 3 | (نفس عناصر شريحة 2 + المؤشر فوق زر Accept مباشرة + Ripple صغير) | 610, 790 | — | — | Magic Move من شريحة 2 | — | Mouse Click |</a:t>
            </a:r>
          </a:p>
          <a:p xmlns:a="http://schemas.openxmlformats.org/drawingml/2006/main">
            <a:r>
              <a:t>| 3 | نافذة Cookies بالكامل تختفي | — | — | — | Build Out → Fade (سريع 0.2s) | 0.1s بعد الكليك | — |</a:t>
            </a:r>
          </a:p>
          <a:p xmlns:a="http://schemas.openxmlformats.org/drawingml/2006/main">
            <a:r>
              <a:t>| 3 | أيقونة Cookie صغيرة تظهر وسط الشاشة للحظة (0.4s) ثم تختفي | 920, 470 | 80×80 | `#FFB800` | Scale Up ثم Fade Out | 0.3s | Digital Tick |</a:t>
            </a:r>
          </a:p>
          <a:p xmlns:a="http://schemas.openxmlformats.org/drawingml/2006/main">
            <a:r>
              <a:t>| 3 | نص شاشة كبير: **"Accept All?"** | وسط الشاشة، 700, 850 | — | أبيض، 64pt | Fade In | 0.6s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S2-1</a:t>
            </a:r>
          </a:p>
          <a:p xmlns:a="http://schemas.openxmlformats.org/drawingml/2006/main">
            <a:r>
              <a:t>المشهد 2 — ما الذي وافقت عليه؟ (0:12 – 0:22)</a:t>
            </a:r>
          </a:p>
          <a:p xmlns:a="http://schemas.openxmlformats.org/drawingml/2006/main">
            <a:r>
              <a:t>زمن هذه الشريحة: 12.0–16.5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"لكن عمرك سألت نفسك: إيه هي الـCookies دي أصلًا؟... وهل الموقع كده بقى يقدر يعرف معلومات عنك أو يتابعك؟"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Cookie (من نهاية المشهد السابق) تكبر وتنتقل لوسط الشاشة | 860, 340 | 200×200 | `#FFB800` | Magic Move (من الحجم الصغير في المشهد 1) | 0.0s | — |</a:t>
            </a:r>
          </a:p>
          <a:p xmlns:a="http://schemas.openxmlformats.org/drawingml/2006/main">
            <a:r>
              <a:t>| 1 | تحول شكل الـ Cookie إلى أيقونة "ملف بيانات" (مستند صغير بخطوط) داخل نفس الدائرة | نفس الموضع | 200×200 | `#FFB800` outline | Magic Move (تبديل شكل بسيط بين شريحتين) | 0.3s | Digital Tick |</a:t>
            </a:r>
          </a:p>
          <a:p xmlns:a="http://schemas.openxmlformats.org/drawingml/2006/main">
            <a:r>
              <a:t>| 1 | 3 علامات استفهام صغيرة حول الأيقونة | حول 860,340 بمسافة 140px | 40×40 لكل | `#8B7BFF` | Fade In Sequential (delay 0.15s بين كل واحدة) | 0.4s | — |</a:t>
            </a:r>
          </a:p>
          <a:p xmlns:a="http://schemas.openxmlformats.org/drawingml/2006/main">
            <a:r>
              <a:t>| 2 | 3 مربعات (Rounded Rect) تظهر بالتتابع أسفل الأيقونة | 260,700 / 810,700 / 1360,700 | 350×140 لكل | خلفية `#12172E` حد `#00D9FF` | Move In (Bottom) Sequential delay 0.2s | 0.6s | Soft Pop ×3 |</a:t>
            </a:r>
          </a:p>
          <a:p xmlns:a="http://schemas.openxmlformats.org/drawingml/2006/main">
            <a:r>
              <a:t>| 2 | نص داخل كل مربع: "معلومات عنك؟" / "تفضيلاتك؟" / "تتبع نشاطك؟" | وسط كل مربع | — | أبيض 28pt | Fade In مع المربع | — | — |</a:t>
            </a:r>
          </a:p>
          <a:p xmlns:a="http://schemas.openxmlformats.org/drawingml/2006/main">
            <a:r>
              <a:t>| 2 | 3 خطوط رفيعة متحركة تصل من الأيقونة لكل مربع | من 860,440 لكل مربع | خط 2pt | `#00D9FF` @40% | Line Draw Sequential | 0.7s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S2-2</a:t>
            </a:r>
          </a:p>
          <a:p xmlns:a="http://schemas.openxmlformats.org/drawingml/2006/main">
            <a:r>
              <a:t>المشهد 2 — ما الذي وافقت عليه؟ (0:12 – 0:22)</a:t>
            </a:r>
          </a:p>
          <a:p xmlns:a="http://schemas.openxmlformats.org/drawingml/2006/main">
            <a:r>
              <a:t>زمن هذه الشريحة: 16.5–22.0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"لكن عمرك سألت نفسك: إيه هي الـCookies دي أصلًا؟... وهل الموقع كده بقى يقدر يعرف معلومات عنك أو يتابعك؟"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Cookie (من نهاية المشهد السابق) تكبر وتنتقل لوسط الشاشة | 860, 340 | 200×200 | `#FFB800` | Magic Move (من الحجم الصغير في المشهد 1) | 0.0s | — |</a:t>
            </a:r>
          </a:p>
          <a:p xmlns:a="http://schemas.openxmlformats.org/drawingml/2006/main">
            <a:r>
              <a:t>| 1 | تحول شكل الـ Cookie إلى أيقونة "ملف بيانات" (مستند صغير بخطوط) داخل نفس الدائرة | نفس الموضع | 200×200 | `#FFB800` outline | Magic Move (تبديل شكل بسيط بين شريحتين) | 0.3s | Digital Tick |</a:t>
            </a:r>
          </a:p>
          <a:p xmlns:a="http://schemas.openxmlformats.org/drawingml/2006/main">
            <a:r>
              <a:t>| 1 | 3 علامات استفهام صغيرة حول الأيقونة | حول 860,340 بمسافة 140px | 40×40 لكل | `#8B7BFF` | Fade In Sequential (delay 0.15s بين كل واحدة) | 0.4s | — |</a:t>
            </a:r>
          </a:p>
          <a:p xmlns:a="http://schemas.openxmlformats.org/drawingml/2006/main">
            <a:r>
              <a:t>| 2 | 3 مربعات (Rounded Rect) تظهر بالتتابع أسفل الأيقونة | 260,700 / 810,700 / 1360,700 | 350×140 لكل | خلفية `#12172E` حد `#00D9FF` | Move In (Bottom) Sequential delay 0.2s | 0.6s | Soft Pop ×3 |</a:t>
            </a:r>
          </a:p>
          <a:p xmlns:a="http://schemas.openxmlformats.org/drawingml/2006/main">
            <a:r>
              <a:t>| 2 | نص داخل كل مربع: "معلومات عنك؟" / "تفضيلاتك؟" / "تتبع نشاطك؟" | وسط كل مربع | — | أبيض 28pt | Fade In مع المربع | — | — |</a:t>
            </a:r>
          </a:p>
          <a:p xmlns:a="http://schemas.openxmlformats.org/drawingml/2006/main">
            <a:r>
              <a:t>| 2 | 3 خطوط رفيعة متحركة تصل من الأيقونة لكل مربع | من 860,440 لكل مربع | خط 2pt | `#00D9FF` @40% | Line Draw Sequential | 0.7s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S3-1</a:t>
            </a:r>
          </a:p>
          <a:p xmlns:a="http://schemas.openxmlformats.org/drawingml/2006/main">
            <a:r>
              <a:t>المشهد 3 — تسجيل الدخول (0:22 – 0:34)</a:t>
            </a:r>
          </a:p>
          <a:p xmlns:a="http://schemas.openxmlformats.org/drawingml/2006/main">
            <a:r>
              <a:t>زمن هذه الشريحة: 22.0–28.0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"ولو الـCookies مجرد ملفات صغيرة، إزاي بتخلي الموقع يفتكر إنك سجلت دخول قبل كده؟"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مربع "User" (أيقونة شخص + label) | 200, 460 | 260×160 | `#8B7BFF` | Fade In | 0.0s | — |</a:t>
            </a:r>
          </a:p>
          <a:p xmlns:a="http://schemas.openxmlformats.org/drawingml/2006/main">
            <a:r>
              <a:t>| 1 | مربع "Browser" | 830, 460 | 260×160 | `#00D9FF` | Fade In | 0.2s | — |</a:t>
            </a:r>
          </a:p>
          <a:p xmlns:a="http://schemas.openxmlformats.org/drawingml/2006/main">
            <a:r>
              <a:t>| 1 | مربع "Website Server" | 1460, 460 | 260×160 | `#8B7BFF` | Fade In | 0.4s | — |</a:t>
            </a:r>
          </a:p>
          <a:p xmlns:a="http://schemas.openxmlformats.org/drawingml/2006/main">
            <a:r>
              <a:t>| 1 | سهم/خط متحرك: User → Browser | بين المربعين | — | أبيض | Line Draw | 0.6s | — |</a:t>
            </a:r>
          </a:p>
          <a:p xmlns:a="http://schemas.openxmlformats.org/drawingml/2006/main">
            <a:r>
              <a:t>| 1 | سهم/خط متحرك: Browser → Server | بين المربعين | — | أبيض | Line Draw | 0.8s | Digital Tick |</a:t>
            </a:r>
          </a:p>
          <a:p xmlns:a="http://schemas.openxmlformats.org/drawingml/2006/main">
            <a:r>
              <a:t>| 2 | أيقونة Cookie صغيرة تتحرك من Server رجوعًا إلى Browser على نفس مسار الخط | مسار: 1460,540 → 830,540 | 60×60 | `#FFB800` | Move In (مسار مخصص، أو Magic Move لموضعين) | 0.0s (شريحة جديدة) | Subtle Whoosh |</a:t>
            </a:r>
          </a:p>
          <a:p xmlns:a="http://schemas.openxmlformats.org/drawingml/2006/main">
            <a:r>
              <a:t>| 2 | نص داخل مربع Browser: **"Logged In"** | وسط مربع Browser | — | أخضر مينت 24pt | Fade In | 0.4s | Soft Pop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S3-2</a:t>
            </a:r>
          </a:p>
          <a:p xmlns:a="http://schemas.openxmlformats.org/drawingml/2006/main">
            <a:r>
              <a:t>المشهد 3 — تسجيل الدخول (0:22 – 0:34)</a:t>
            </a:r>
          </a:p>
          <a:p xmlns:a="http://schemas.openxmlformats.org/drawingml/2006/main">
            <a:r>
              <a:t>زمن هذه الشريحة: 28.0–34.0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"ولو الـCookies مجرد ملفات صغيرة، إزاي بتخلي الموقع يفتكر إنك سجلت دخول قبل كده؟"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مربع "User" (أيقونة شخص + label) | 200, 460 | 260×160 | `#8B7BFF` | Fade In | 0.0s | — |</a:t>
            </a:r>
          </a:p>
          <a:p xmlns:a="http://schemas.openxmlformats.org/drawingml/2006/main">
            <a:r>
              <a:t>| 1 | مربع "Browser" | 830, 460 | 260×160 | `#00D9FF` | Fade In | 0.2s | — |</a:t>
            </a:r>
          </a:p>
          <a:p xmlns:a="http://schemas.openxmlformats.org/drawingml/2006/main">
            <a:r>
              <a:t>| 1 | مربع "Website Server" | 1460, 460 | 260×160 | `#8B7BFF` | Fade In | 0.4s | — |</a:t>
            </a:r>
          </a:p>
          <a:p xmlns:a="http://schemas.openxmlformats.org/drawingml/2006/main">
            <a:r>
              <a:t>| 1 | سهم/خط متحرك: User → Browser | بين المربعين | — | أبيض | Line Draw | 0.6s | — |</a:t>
            </a:r>
          </a:p>
          <a:p xmlns:a="http://schemas.openxmlformats.org/drawingml/2006/main">
            <a:r>
              <a:t>| 1 | سهم/خط متحرك: Browser → Server | بين المربعين | — | أبيض | Line Draw | 0.8s | Digital Tick |</a:t>
            </a:r>
          </a:p>
          <a:p xmlns:a="http://schemas.openxmlformats.org/drawingml/2006/main">
            <a:r>
              <a:t>| 2 | أيقونة Cookie صغيرة تتحرك من Server رجوعًا إلى Browser على نفس مسار الخط | مسار: 1460,540 → 830,540 | 60×60 | `#FFB800` | Move In (مسار مخصص، أو Magic Move لموضعين) | 0.0s (شريحة جديدة) | Subtle Whoosh |</a:t>
            </a:r>
          </a:p>
          <a:p xmlns:a="http://schemas.openxmlformats.org/drawingml/2006/main">
            <a:r>
              <a:t>| 2 | نص داخل مربع Browser: **"Logged In"** | وسط مربع Browser | — | أخضر مينت 24pt | Fade In | 0.4s | Soft Pop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S4-1</a:t>
            </a:r>
          </a:p>
          <a:p xmlns:a="http://schemas.openxmlformats.org/drawingml/2006/main">
            <a:r>
              <a:t>المشهد 4 — سلة المشتريات (0:34 – 0:44)</a:t>
            </a:r>
          </a:p>
          <a:p xmlns:a="http://schemas.openxmlformats.org/drawingml/2006/main">
            <a:r>
              <a:t>زمن هذه الشريحة: 34.0–37.2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متجر إلكتروني بيفتكر المنتجات اللي حطيتها في السلة، حتى لو قفلت الموقع ورجعتله بعد فترة؟"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عربة تسوق (خط بسيط outline) | وسط، 860, 400 | 220×200 | `#00D9FF` | Scale Up | 0.0s | — |</a:t>
            </a:r>
          </a:p>
          <a:p xmlns:a="http://schemas.openxmlformats.org/drawingml/2006/main">
            <a:r>
              <a:t>| 1 | منتج 1 يدخل العربة | يبدأ خارج الشاشة يسار → 900,420 | 80×80 | `#8B7BFF` | Move In (Left) | 0.3s | Soft Pop |</a:t>
            </a:r>
          </a:p>
          <a:p xmlns:a="http://schemas.openxmlformats.org/drawingml/2006/main">
            <a:r>
              <a:t>| 1 | منتج 2 يدخل العربة | → 960,420 | 80×80 | `#FFB800` | Move In (Left) | 0.5s | Soft Pop |</a:t>
            </a:r>
          </a:p>
          <a:p xmlns:a="http://schemas.openxmlformats.org/drawingml/2006/main">
            <a:r>
              <a:t>| 2 | نافذة المتصفح (المستخدمة في مشهد 1) تُغلق — Fade Out كامل الشاشة | — | — | — | Build Out Fade | 0.0s | Subtle Whoosh |</a:t>
            </a:r>
          </a:p>
          <a:p xmlns:a="http://schemas.openxmlformats.org/drawingml/2006/main">
            <a:r>
              <a:t>| 2 | أيقونة ساعة/رمز مرور وقت بسيط تظهر وتختفي بسرعة (0.5s) | وسط | 100×100 | رمادي فاتح | Fade In→Out | 0.2s | Digital Tick |</a:t>
            </a:r>
          </a:p>
          <a:p xmlns:a="http://schemas.openxmlformats.org/drawingml/2006/main">
            <a:r>
              <a:t>| 3 | المتصفح يُفتح من جديد (Magic Move من الشفافية للظهور الكامل) | نفس موضع المشهد 1 | — | — | Magic Move | 0.0s | — |</a:t>
            </a:r>
          </a:p>
          <a:p xmlns:a="http://schemas.openxmlformats.org/drawingml/2006/main">
            <a:r>
              <a:t>| 3 | العربة تظهر بنفس المنتجين بداخلها | نفس موضع الشريحة 1 | — | — | Fade In | 0.2s | — |</a:t>
            </a:r>
          </a:p>
          <a:p xmlns:a="http://schemas.openxmlformats.org/drawingml/2006/main">
            <a:r>
              <a:t>| 3 | أيقونة Cookie صغيرة بجانب العربة | 1120, 400 | 70×70 | `#FFB800` | Fade In | 0.4s | — |</a:t>
            </a:r>
          </a:p>
          <a:p xmlns:a="http://schemas.openxmlformats.org/drawingml/2006/main">
            <a:r>
              <a:t>| 3 | نص شاشة: **"Your cart is still here"** | أسفل العربة، 760, 700 | — | أبيض 40pt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S4-2</a:t>
            </a:r>
          </a:p>
          <a:p xmlns:a="http://schemas.openxmlformats.org/drawingml/2006/main">
            <a:r>
              <a:t>المشهد 4 — سلة المشتريات (0:34 – 0:44)</a:t>
            </a:r>
          </a:p>
          <a:p xmlns:a="http://schemas.openxmlformats.org/drawingml/2006/main">
            <a:r>
              <a:t>زمن هذه الشريحة: 37.2–39.5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متجر إلكتروني بيفتكر المنتجات اللي حطيتها في السلة، حتى لو قفلت الموقع ورجعتله بعد فترة؟"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عربة تسوق (خط بسيط outline) | وسط، 860, 400 | 220×200 | `#00D9FF` | Scale Up | 0.0s | — |</a:t>
            </a:r>
          </a:p>
          <a:p xmlns:a="http://schemas.openxmlformats.org/drawingml/2006/main">
            <a:r>
              <a:t>| 1 | منتج 1 يدخل العربة | يبدأ خارج الشاشة يسار → 900,420 | 80×80 | `#8B7BFF` | Move In (Left) | 0.3s | Soft Pop |</a:t>
            </a:r>
          </a:p>
          <a:p xmlns:a="http://schemas.openxmlformats.org/drawingml/2006/main">
            <a:r>
              <a:t>| 1 | منتج 2 يدخل العربة | → 960,420 | 80×80 | `#FFB800` | Move In (Left) | 0.5s | Soft Pop |</a:t>
            </a:r>
          </a:p>
          <a:p xmlns:a="http://schemas.openxmlformats.org/drawingml/2006/main">
            <a:r>
              <a:t>| 2 | نافذة المتصفح (المستخدمة في مشهد 1) تُغلق — Fade Out كامل الشاشة | — | — | — | Build Out Fade | 0.0s | Subtle Whoosh |</a:t>
            </a:r>
          </a:p>
          <a:p xmlns:a="http://schemas.openxmlformats.org/drawingml/2006/main">
            <a:r>
              <a:t>| 2 | أيقونة ساعة/رمز مرور وقت بسيط تظهر وتختفي بسرعة (0.5s) | وسط | 100×100 | رمادي فاتح | Fade In→Out | 0.2s | Digital Tick |</a:t>
            </a:r>
          </a:p>
          <a:p xmlns:a="http://schemas.openxmlformats.org/drawingml/2006/main">
            <a:r>
              <a:t>| 3 | المتصفح يُفتح من جديد (Magic Move من الشفافية للظهور الكامل) | نفس موضع المشهد 1 | — | — | Magic Move | 0.0s | — |</a:t>
            </a:r>
          </a:p>
          <a:p xmlns:a="http://schemas.openxmlformats.org/drawingml/2006/main">
            <a:r>
              <a:t>| 3 | العربة تظهر بنفس المنتجين بداخلها | نفس موضع الشريحة 1 | — | — | Fade In | 0.2s | — |</a:t>
            </a:r>
          </a:p>
          <a:p xmlns:a="http://schemas.openxmlformats.org/drawingml/2006/main">
            <a:r>
              <a:t>| 3 | أيقونة Cookie صغيرة بجانب العربة | 1120, 400 | 70×70 | `#FFB800` | Fade In | 0.4s | — |</a:t>
            </a:r>
          </a:p>
          <a:p xmlns:a="http://schemas.openxmlformats.org/drawingml/2006/main">
            <a:r>
              <a:t>| 3 | نص شاشة: **"Your cart is still here"** | أسفل العربة، 760, 700 | — | أبيض 40pt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S4-3</a:t>
            </a:r>
          </a:p>
          <a:p xmlns:a="http://schemas.openxmlformats.org/drawingml/2006/main">
            <a:r>
              <a:t>المشهد 4 — سلة المشتريات (0:34 – 0:44)</a:t>
            </a:r>
          </a:p>
          <a:p xmlns:a="http://schemas.openxmlformats.org/drawingml/2006/main">
            <a:r>
              <a:t>زمن هذه الشريحة: 39.5–44.0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متجر إلكتروني بيفتكر المنتجات اللي حطيتها في السلة، حتى لو قفلت الموقع ورجعتله بعد فترة؟"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عربة تسوق (خط بسيط outline) | وسط، 860, 400 | 220×200 | `#00D9FF` | Scale Up | 0.0s | — |</a:t>
            </a:r>
          </a:p>
          <a:p xmlns:a="http://schemas.openxmlformats.org/drawingml/2006/main">
            <a:r>
              <a:t>| 1 | منتج 1 يدخل العربة | يبدأ خارج الشاشة يسار → 900,420 | 80×80 | `#8B7BFF` | Move In (Left) | 0.3s | Soft Pop |</a:t>
            </a:r>
          </a:p>
          <a:p xmlns:a="http://schemas.openxmlformats.org/drawingml/2006/main">
            <a:r>
              <a:t>| 1 | منتج 2 يدخل العربة | → 960,420 | 80×80 | `#FFB800` | Move In (Left) | 0.5s | Soft Pop |</a:t>
            </a:r>
          </a:p>
          <a:p xmlns:a="http://schemas.openxmlformats.org/drawingml/2006/main">
            <a:r>
              <a:t>| 2 | نافذة المتصفح (المستخدمة في مشهد 1) تُغلق — Fade Out كامل الشاشة | — | — | — | Build Out Fade | 0.0s | Subtle Whoosh |</a:t>
            </a:r>
          </a:p>
          <a:p xmlns:a="http://schemas.openxmlformats.org/drawingml/2006/main">
            <a:r>
              <a:t>| 2 | أيقونة ساعة/رمز مرور وقت بسيط تظهر وتختفي بسرعة (0.5s) | وسط | 100×100 | رمادي فاتح | Fade In→Out | 0.2s | Digital Tick |</a:t>
            </a:r>
          </a:p>
          <a:p xmlns:a="http://schemas.openxmlformats.org/drawingml/2006/main">
            <a:r>
              <a:t>| 3 | المتصفح يُفتح من جديد (Magic Move من الشفافية للظهور الكامل) | نفس موضع المشهد 1 | — | — | Magic Move | 0.0s | — |</a:t>
            </a:r>
          </a:p>
          <a:p xmlns:a="http://schemas.openxmlformats.org/drawingml/2006/main">
            <a:r>
              <a:t>| 3 | العربة تظهر بنفس المنتجين بداخلها | نفس موضع الشريحة 1 | — | — | Fade In | 0.2s | — |</a:t>
            </a:r>
          </a:p>
          <a:p xmlns:a="http://schemas.openxmlformats.org/drawingml/2006/main">
            <a:r>
              <a:t>| 3 | أيقونة Cookie صغيرة بجانب العربة | 1120, 400 | 70×70 | `#FFB800` | Fade In | 0.4s | — |</a:t>
            </a:r>
          </a:p>
          <a:p xmlns:a="http://schemas.openxmlformats.org/drawingml/2006/main">
            <a:r>
              <a:t>| 3 | نص شاشة: **"Your cart is still here"** | أسفل العربة، 760, 700 | — | أبيض 40pt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S5-1</a:t>
            </a:r>
          </a:p>
          <a:p xmlns:a="http://schemas.openxmlformats.org/drawingml/2006/main">
            <a:r>
              <a:t>المشهد 5 — الإعلانات والتتبع (0:44 – 0:54)</a:t>
            </a:r>
          </a:p>
          <a:p xmlns:a="http://schemas.openxmlformats.org/drawingml/2006/main">
            <a:r>
              <a:t>زمن هذه الشريحة: 44.0–47.0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أحيانًا تبحث عن منتج معين، وبعدها تلاقي إعلاناته بتظهرلك في مواقع تانية؟"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موقع بحث بسيطة + أيقونة سماعة/لابتوب في مربع بحث | 460, 300 | 1000×500 | خلفية `#12172E` | Scale Up | 0.0s | — |</a:t>
            </a:r>
          </a:p>
          <a:p xmlns:a="http://schemas.openxmlformats.org/drawingml/2006/main">
            <a:r>
              <a:t>| 2 | نافذة موقع ثانٍ (تصميم مختلف قليلًا) تظهر بجانب الأولى (Split screen مؤقت) | يسار: نفس نافذة البحث مصغّرة 200,240 (760×500) / يمين: موقع جديد 960,240 (760×500) | — | — | Move In (Left لليسار، Right لليمين) متزامن | 0.0s | Subtle Whoosh |</a:t>
            </a:r>
          </a:p>
          <a:p xmlns:a="http://schemas.openxmlformats.org/drawingml/2006/main">
            <a:r>
              <a:t>| 2 | إعلان لنفس المنتج يظهر داخل الموقع الثاني | داخل النافذة اليمنى، 1080,380 | 400×240 | حد `#FF7A59` | Scale Up | 0.4s | Soft Pop |</a:t>
            </a:r>
          </a:p>
          <a:p xmlns:a="http://schemas.openxmlformats.org/drawingml/2006/main">
            <a:r>
              <a:t>| 3 | خط متقطع (Dashed Line) يصل بين النافذتين | بين النافذتين | 2pt dashed | `#FF7A59` | Line Draw | 0.0s | — |</a:t>
            </a:r>
          </a:p>
          <a:p xmlns:a="http://schemas.openxmlformats.org/drawingml/2006/main">
            <a:r>
              <a:t>| 3 | عنوان صغير: **"Tracking Cookies?"** | أعلى المنتصف، 760, 140 | — | `#FF7A59` 36pt | Fade In | 0.3s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S5-2</a:t>
            </a:r>
          </a:p>
          <a:p xmlns:a="http://schemas.openxmlformats.org/drawingml/2006/main">
            <a:r>
              <a:t>المشهد 5 — الإعلانات والتتبع (0:44 – 0:54)</a:t>
            </a:r>
          </a:p>
          <a:p xmlns:a="http://schemas.openxmlformats.org/drawingml/2006/main">
            <a:r>
              <a:t>زمن هذه الشريحة: 47.0–50.2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أحيانًا تبحث عن منتج معين، وبعدها تلاقي إعلاناته بتظهرلك في مواقع تانية؟"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موقع بحث بسيطة + أيقونة سماعة/لابتوب في مربع بحث | 460, 300 | 1000×500 | خلفية `#12172E` | Scale Up | 0.0s | — |</a:t>
            </a:r>
          </a:p>
          <a:p xmlns:a="http://schemas.openxmlformats.org/drawingml/2006/main">
            <a:r>
              <a:t>| 2 | نافذة موقع ثانٍ (تصميم مختلف قليلًا) تظهر بجانب الأولى (Split screen مؤقت) | يسار: نفس نافذة البحث مصغّرة 200,240 (760×500) / يمين: موقع جديد 960,240 (760×500) | — | — | Move In (Left لليسار، Right لليمين) متزامن | 0.0s | Subtle Whoosh |</a:t>
            </a:r>
          </a:p>
          <a:p xmlns:a="http://schemas.openxmlformats.org/drawingml/2006/main">
            <a:r>
              <a:t>| 2 | إعلان لنفس المنتج يظهر داخل الموقع الثاني | داخل النافذة اليمنى، 1080,380 | 400×240 | حد `#FF7A59` | Scale Up | 0.4s | Soft Pop |</a:t>
            </a:r>
          </a:p>
          <a:p xmlns:a="http://schemas.openxmlformats.org/drawingml/2006/main">
            <a:r>
              <a:t>| 3 | خط متقطع (Dashed Line) يصل بين النافذتين | بين النافذتين | 2pt dashed | `#FF7A59` | Line Draw | 0.0s | — |</a:t>
            </a:r>
          </a:p>
          <a:p xmlns:a="http://schemas.openxmlformats.org/drawingml/2006/main">
            <a:r>
              <a:t>| 3 | عنوان صغير: **"Tracking Cookies?"** | أعلى المنتصف، 760, 140 | — | `#FF7A59` 36pt | Fade In | 0.3s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S5-3</a:t>
            </a:r>
          </a:p>
          <a:p xmlns:a="http://schemas.openxmlformats.org/drawingml/2006/main">
            <a:r>
              <a:t>المشهد 5 — الإعلانات والتتبع (0:44 – 0:54)</a:t>
            </a:r>
          </a:p>
          <a:p xmlns:a="http://schemas.openxmlformats.org/drawingml/2006/main">
            <a:r>
              <a:t>زمن هذه الشريحة: 50.2–54.0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أحيانًا تبحث عن منتج معين، وبعدها تلاقي إعلاناته بتظهرلك في مواقع تانية؟"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موقع بحث بسيطة + أيقونة سماعة/لابتوب في مربع بحث | 460, 300 | 1000×500 | خلفية `#12172E` | Scale Up | 0.0s | — |</a:t>
            </a:r>
          </a:p>
          <a:p xmlns:a="http://schemas.openxmlformats.org/drawingml/2006/main">
            <a:r>
              <a:t>| 2 | نافذة موقع ثانٍ (تصميم مختلف قليلًا) تظهر بجانب الأولى (Split screen مؤقت) | يسار: نفس نافذة البحث مصغّرة 200,240 (760×500) / يمين: موقع جديد 960,240 (760×500) | — | — | Move In (Left لليسار، Right لليمين) متزامن | 0.0s | Subtle Whoosh |</a:t>
            </a:r>
          </a:p>
          <a:p xmlns:a="http://schemas.openxmlformats.org/drawingml/2006/main">
            <a:r>
              <a:t>| 2 | إعلان لنفس المنتج يظهر داخل الموقع الثاني | داخل النافذة اليمنى، 1080,380 | 400×240 | حد `#FF7A59` | Scale Up | 0.4s | Soft Pop |</a:t>
            </a:r>
          </a:p>
          <a:p xmlns:a="http://schemas.openxmlformats.org/drawingml/2006/main">
            <a:r>
              <a:t>| 3 | خط متقطع (Dashed Line) يصل بين النافذتين | بين النافذتين | 2pt dashed | `#FF7A59` | Line Draw | 0.0s | — |</a:t>
            </a:r>
          </a:p>
          <a:p xmlns:a="http://schemas.openxmlformats.org/drawingml/2006/main">
            <a:r>
              <a:t>| 3 | عنوان صغير: **"Tracking Cookies?"** | أعلى المنتصف، 760, 140 | — | `#FF7A59` 36pt | Fade In | 0.3s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S6-1</a:t>
            </a:r>
          </a:p>
          <a:p xmlns:a="http://schemas.openxmlformats.org/drawingml/2006/main">
            <a:r>
              <a:t>المشهد 6 — هل كل الكوكيز سيئة؟ (0:54 – 1:06)</a:t>
            </a:r>
          </a:p>
          <a:p xmlns:a="http://schemas.openxmlformats.org/drawingml/2006/main">
            <a:r>
              <a:t>زمن هذه الشريحة: 54.0–58.5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"هل كل ده بيحصل بسبب الـCookies؟... ولا هي جزء أساسي المواقع محتاجاه عشان تشتغل بشكل طبيعي؟"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خط فاصل عمودي في المنتصف | 960, 0 | 2pt | `#00D9FF` @30% | Line Draw | 0.0s | — |</a:t>
            </a:r>
          </a:p>
          <a:p xmlns:a="http://schemas.openxmlformats.org/drawingml/2006/main">
            <a:r>
              <a:t>| 1 | عنوان الجانب الأيسر: **"Useful"** | 300, 120 | — | Mint `#34E5A8` 44pt | Move In (Left) | 0.1s | — |</a:t>
            </a:r>
          </a:p>
          <a:p xmlns:a="http://schemas.openxmlformats.org/drawingml/2006/main">
            <a:r>
              <a:t>| 1 | عنوان الجانب الأيمن: **"Tracking"** | 1400, 120 | — | Coral `#FF7A59` 44pt | Move In (Right) | 0.1s | — |</a:t>
            </a:r>
          </a:p>
          <a:p xmlns:a="http://schemas.openxmlformats.org/drawingml/2006/main">
            <a:r>
              <a:t>| 1 | أيقونة Cookie في المنتصف تمامًا | 860, 460 | 200×200 | `#FFB800` | Scale Up | 0.3s | Soft Pop |</a:t>
            </a:r>
          </a:p>
          <a:p xmlns:a="http://schemas.openxmlformats.org/drawingml/2006/main">
            <a:r>
              <a:t>| 2 | 3 عناصر يسار: Login / Language / Shopping Cart (Sequential) | 220–600, 550–850 (متدرج رأسيًا) | 380×90 لكل | خلفية `#12172E` حد Mint | Move In (Left) Sequential delay 0.15s | 0.0s | — |</a:t>
            </a:r>
          </a:p>
          <a:p xmlns:a="http://schemas.openxmlformats.org/drawingml/2006/main">
            <a:r>
              <a:t>| 2 | 3 عناصر يمين: Interests / Ads / Activity (Sequential) | 1320–1700, 550–850 | 380×90 لكل | خلفية `#12172E` حد Coral | Move In (Right) Sequential delay 0.15s | 0.0s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S6-2</a:t>
            </a:r>
          </a:p>
          <a:p xmlns:a="http://schemas.openxmlformats.org/drawingml/2006/main">
            <a:r>
              <a:t>المشهد 6 — هل كل الكوكيز سيئة؟ (0:54 – 1:06)</a:t>
            </a:r>
          </a:p>
          <a:p xmlns:a="http://schemas.openxmlformats.org/drawingml/2006/main">
            <a:r>
              <a:t>زمن هذه الشريحة: 58.5–66.0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"هل كل ده بيحصل بسبب الـCookies؟... ولا هي جزء أساسي المواقع محتاجاه عشان تشتغل بشكل طبيعي؟"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خط فاصل عمودي في المنتصف | 960, 0 | 2pt | `#00D9FF` @30% | Line Draw | 0.0s | — |</a:t>
            </a:r>
          </a:p>
          <a:p xmlns:a="http://schemas.openxmlformats.org/drawingml/2006/main">
            <a:r>
              <a:t>| 1 | عنوان الجانب الأيسر: **"Useful"** | 300, 120 | — | Mint `#34E5A8` 44pt | Move In (Left) | 0.1s | — |</a:t>
            </a:r>
          </a:p>
          <a:p xmlns:a="http://schemas.openxmlformats.org/drawingml/2006/main">
            <a:r>
              <a:t>| 1 | عنوان الجانب الأيمن: **"Tracking"** | 1400, 120 | — | Coral `#FF7A59` 44pt | Move In (Right) | 0.1s | — |</a:t>
            </a:r>
          </a:p>
          <a:p xmlns:a="http://schemas.openxmlformats.org/drawingml/2006/main">
            <a:r>
              <a:t>| 1 | أيقونة Cookie في المنتصف تمامًا | 860, 460 | 200×200 | `#FFB800` | Scale Up | 0.3s | Soft Pop |</a:t>
            </a:r>
          </a:p>
          <a:p xmlns:a="http://schemas.openxmlformats.org/drawingml/2006/main">
            <a:r>
              <a:t>| 2 | 3 عناصر يسار: Login / Language / Shopping Cart (Sequential) | 220–600, 550–850 (متدرج رأسيًا) | 380×90 لكل | خلفية `#12172E` حد Mint | Move In (Left) Sequential delay 0.15s | 0.0s | — |</a:t>
            </a:r>
          </a:p>
          <a:p xmlns:a="http://schemas.openxmlformats.org/drawingml/2006/main">
            <a:r>
              <a:t>| 2 | 3 عناصر يمين: Interests / Ads / Activity (Sequential) | 1320–1700, 550–850 | 380×90 لكل | خلفية `#12172E` حد Coral | Move In (Right) Sequential delay 0.15s | 0.0s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S7-1</a:t>
            </a:r>
          </a:p>
          <a:p xmlns:a="http://schemas.openxmlformats.org/drawingml/2006/main">
            <a:r>
              <a:t>المشهد 7 — ما سنتعلمه (1:06 – 1:16)</a:t>
            </a:r>
          </a:p>
          <a:p xmlns:a="http://schemas.openxmlformats.org/drawingml/2006/main">
            <a:r>
              <a:t>زمن هذه الشريحة: 66.0–67.0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"عشان كده، في الفيديو ده هنعرف ببساطة يعني إيه Cookies، وإيه المعلومات اللي ممكن تتخزن فيها..."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4 مربعات متصلة بخط أفقي واحد، تظهر معًا خافتة (Opacity 40%) | موزعة أفقيًا: 140 / 620 / 1100 / 1580، y=460 | 340×160 لكل | خلفية `#12172E` حد `#00D9FF` | Fade In (كلها معًا) | 0.0s | — |</a:t>
            </a:r>
          </a:p>
          <a:p xmlns:a="http://schemas.openxmlformats.org/drawingml/2006/main">
            <a:r>
              <a:t>| 1 | نص كل مربع: "What are Cookies?" / "What do they store?" / "Cookie Types" / "Privacy &amp; Consent" | وسط كل مربع | — | أبيض 26pt | Fade In مع المربع | — | — |</a:t>
            </a:r>
          </a:p>
          <a:p xmlns:a="http://schemas.openxmlformats.org/drawingml/2006/main">
            <a:r>
              <a:t>| 2 | مربع 1 فقط بـ Opacity 100% + تكبير بسيط (Focus)، الباقي 30% | نفس موضع مربع 1، مكبّر ×1.1 | — | — | Magic Move (Focus) | 0.0s | Digital Tick |</a:t>
            </a:r>
          </a:p>
          <a:p xmlns:a="http://schemas.openxmlformats.org/drawingml/2006/main">
            <a:r>
              <a:t>| 3 | مربع 2 يصبح 100%، الباقي (شامل 1) يرجع 30% | موضع مربع 2 | — | — | Magic Move | 0.0s | Digital Tick |</a:t>
            </a:r>
          </a:p>
          <a:p xmlns:a="http://schemas.openxmlformats.org/drawingml/2006/main">
            <a:r>
              <a:t>| 4 | مربع 3 ثم 4 بنفس المنطق (يمكن دمجهما في شريحة واحدة بحركة سريعة متتابعة) | مواضع 3 و4 | — | — | Magic Move Sequential | 0.0s / 0.3s | Digital Tick ×2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S7-2</a:t>
            </a:r>
          </a:p>
          <a:p xmlns:a="http://schemas.openxmlformats.org/drawingml/2006/main">
            <a:r>
              <a:t>المشهد 7 — ما سنتعلمه (1:06 – 1:16)</a:t>
            </a:r>
          </a:p>
          <a:p xmlns:a="http://schemas.openxmlformats.org/drawingml/2006/main">
            <a:r>
              <a:t>زمن هذه الشريحة: 67.0–69.5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"عشان كده، في الفيديو ده هنعرف ببساطة يعني إيه Cookies، وإيه المعلومات اللي ممكن تتخزن فيها..."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4 مربعات متصلة بخط أفقي واحد، تظهر معًا خافتة (Opacity 40%) | موزعة أفقيًا: 140 / 620 / 1100 / 1580، y=460 | 340×160 لكل | خلفية `#12172E` حد `#00D9FF` | Fade In (كلها معًا) | 0.0s | — |</a:t>
            </a:r>
          </a:p>
          <a:p xmlns:a="http://schemas.openxmlformats.org/drawingml/2006/main">
            <a:r>
              <a:t>| 1 | نص كل مربع: "What are Cookies?" / "What do they store?" / "Cookie Types" / "Privacy &amp; Consent" | وسط كل مربع | — | أبيض 26pt | Fade In مع المربع | — | — |</a:t>
            </a:r>
          </a:p>
          <a:p xmlns:a="http://schemas.openxmlformats.org/drawingml/2006/main">
            <a:r>
              <a:t>| 2 | مربع 1 فقط بـ Opacity 100% + تكبير بسيط (Focus)، الباقي 30% | نفس موضع مربع 1، مكبّر ×1.1 | — | — | Magic Move (Focus) | 0.0s | Digital Tick |</a:t>
            </a:r>
          </a:p>
          <a:p xmlns:a="http://schemas.openxmlformats.org/drawingml/2006/main">
            <a:r>
              <a:t>| 3 | مربع 2 يصبح 100%، الباقي (شامل 1) يرجع 30% | موضع مربع 2 | — | — | Magic Move | 0.0s | Digital Tick |</a:t>
            </a:r>
          </a:p>
          <a:p xmlns:a="http://schemas.openxmlformats.org/drawingml/2006/main">
            <a:r>
              <a:t>| 4 | مربع 3 ثم 4 بنفس المنطق (يمكن دمجهما في شريحة واحدة بحركة سريعة متتابعة) | مواضع 3 و4 | — | — | Magic Move Sequential | 0.0s / 0.3s | Digital Tick ×2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S7-3</a:t>
            </a:r>
          </a:p>
          <a:p xmlns:a="http://schemas.openxmlformats.org/drawingml/2006/main">
            <a:r>
              <a:t>المشهد 7 — ما سنتعلمه (1:06 – 1:16)</a:t>
            </a:r>
          </a:p>
          <a:p xmlns:a="http://schemas.openxmlformats.org/drawingml/2006/main">
            <a:r>
              <a:t>زمن هذه الشريحة: 69.5–72.0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"عشان كده، في الفيديو ده هنعرف ببساطة يعني إيه Cookies، وإيه المعلومات اللي ممكن تتخزن فيها..."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4 مربعات متصلة بخط أفقي واحد، تظهر معًا خافتة (Opacity 40%) | موزعة أفقيًا: 140 / 620 / 1100 / 1580، y=460 | 340×160 لكل | خلفية `#12172E` حد `#00D9FF` | Fade In (كلها معًا) | 0.0s | — |</a:t>
            </a:r>
          </a:p>
          <a:p xmlns:a="http://schemas.openxmlformats.org/drawingml/2006/main">
            <a:r>
              <a:t>| 1 | نص كل مربع: "What are Cookies?" / "What do they store?" / "Cookie Types" / "Privacy &amp; Consent" | وسط كل مربع | — | أبيض 26pt | Fade In مع المربع | — | — |</a:t>
            </a:r>
          </a:p>
          <a:p xmlns:a="http://schemas.openxmlformats.org/drawingml/2006/main">
            <a:r>
              <a:t>| 2 | مربع 1 فقط بـ Opacity 100% + تكبير بسيط (Focus)، الباقي 30% | نفس موضع مربع 1، مكبّر ×1.1 | — | — | Magic Move (Focus) | 0.0s | Digital Tick |</a:t>
            </a:r>
          </a:p>
          <a:p xmlns:a="http://schemas.openxmlformats.org/drawingml/2006/main">
            <a:r>
              <a:t>| 3 | مربع 2 يصبح 100%، الباقي (شامل 1) يرجع 30% | موضع مربع 2 | — | — | Magic Move | 0.0s | Digital Tick |</a:t>
            </a:r>
          </a:p>
          <a:p xmlns:a="http://schemas.openxmlformats.org/drawingml/2006/main">
            <a:r>
              <a:t>| 4 | مربع 3 ثم 4 بنفس المنطق (يمكن دمجهما في شريحة واحدة بحركة سريعة متتابعة) | مواضع 3 و4 | — | — | Magic Move Sequential | 0.0s / 0.3s | Digital Tick ×2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S7-4</a:t>
            </a:r>
          </a:p>
          <a:p xmlns:a="http://schemas.openxmlformats.org/drawingml/2006/main">
            <a:r>
              <a:t>المشهد 7 — ما سنتعلمه (1:06 – 1:16)</a:t>
            </a:r>
          </a:p>
          <a:p xmlns:a="http://schemas.openxmlformats.org/drawingml/2006/main">
            <a:r>
              <a:t>زمن هذه الشريحة: 72.0–76.0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"عشان كده، في الفيديو ده هنعرف ببساطة يعني إيه Cookies، وإيه المعلومات اللي ممكن تتخزن فيها..."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4 مربعات متصلة بخط أفقي واحد، تظهر معًا خافتة (Opacity 40%) | موزعة أفقيًا: 140 / 620 / 1100 / 1580، y=460 | 340×160 لكل | خلفية `#12172E` حد `#00D9FF` | Fade In (كلها معًا) | 0.0s | — |</a:t>
            </a:r>
          </a:p>
          <a:p xmlns:a="http://schemas.openxmlformats.org/drawingml/2006/main">
            <a:r>
              <a:t>| 1 | نص كل مربع: "What are Cookies?" / "What do they store?" / "Cookie Types" / "Privacy &amp; Consent" | وسط كل مربع | — | أبيض 26pt | Fade In مع المربع | — | — |</a:t>
            </a:r>
          </a:p>
          <a:p xmlns:a="http://schemas.openxmlformats.org/drawingml/2006/main">
            <a:r>
              <a:t>| 2 | مربع 1 فقط بـ Opacity 100% + تكبير بسيط (Focus)، الباقي 30% | نفس موضع مربع 1، مكبّر ×1.1 | — | — | Magic Move (Focus) | 0.0s | Digital Tick |</a:t>
            </a:r>
          </a:p>
          <a:p xmlns:a="http://schemas.openxmlformats.org/drawingml/2006/main">
            <a:r>
              <a:t>| 3 | مربع 2 يصبح 100%، الباقي (شامل 1) يرجع 30% | موضع مربع 2 | — | — | Magic Move | 0.0s | Digital Tick |</a:t>
            </a:r>
          </a:p>
          <a:p xmlns:a="http://schemas.openxmlformats.org/drawingml/2006/main">
            <a:r>
              <a:t>| 4 | مربع 3 ثم 4 بنفس المنطق (يمكن دمجهما في شريحة واحدة بحركة سريعة متتابعة) | مواضع 3 و4 | — | — | Magic Move Sequential | 0.0s / 0.3s | Digital Tick ×2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S8-1</a:t>
            </a:r>
          </a:p>
          <a:p xmlns:a="http://schemas.openxmlformats.org/drawingml/2006/main">
            <a:r>
              <a:t>المشهد 8 — الجزء العملي (1:16 – 1:28)</a:t>
            </a:r>
          </a:p>
          <a:p xmlns:a="http://schemas.openxmlformats.org/drawingml/2006/main">
            <a:r>
              <a:t>زمن هذه الشريحة: 76.0–82.0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"والأهم من الكلام النظري: هنفتح المتصفح ونشوف الـCookies بنفسنا..."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DevTools وهمية (محاكاة بسيطة، مستطيل بحواف دائرية + شريط تبويبات) | 260, 160 | 1400×760 | خلفية `#0D1224` حد `#00D9FF` | Scale Up | 0.0s | Soft Pop |</a:t>
            </a:r>
          </a:p>
          <a:p xmlns:a="http://schemas.openxmlformats.org/drawingml/2006/main">
            <a:r>
              <a:t>| 1 | تبويب "Application/Storage" مظلل | داخل شريط التبويبات | — | `#00D9FF` underline | Fade In | 0.3s | — |</a:t>
            </a:r>
          </a:p>
          <a:p xmlns:a="http://schemas.openxmlformats.org/drawingml/2006/main">
            <a:r>
              <a:t>| 1 | صف Cookie تجريبي (اسم/قيمة) | 300, 320 | 1100×60 | نص أبيض على خلفية `#12172E` | Fade In | 0.4s | — |</a:t>
            </a:r>
          </a:p>
          <a:p xmlns:a="http://schemas.openxmlformats.org/drawingml/2006/main">
            <a:r>
              <a:t>| 2 | نافذة كود صغيرة بجانبها | 300, 500 | 1100×180 | خلفية `#000000` حد `#8B7BFF` | Move In (Bottom) | 0.0s | — |</a:t>
            </a:r>
          </a:p>
          <a:p xmlns:a="http://schemas.openxmlformats.org/drawingml/2006/main">
            <a:r>
              <a:t>| 2 | نص الكود: `document.cookie = "username=Abdo";` | وسط النافذة | — | Monospace (SF Mono) — الكلمات الأساسية بلون `#00D9FF`، النص بلون أبيض | Fade In (سطر واحد فقط، بدون Typewriter معقد) | 0.2s | — |</a:t>
            </a:r>
          </a:p>
          <a:p xmlns:a="http://schemas.openxmlformats.org/drawingml/2006/main">
            <a:r>
              <a:t>| 2 | 3 كلمات تظهر بالتتابع أسفل الكود: Create / Read / Delete | 400,760 / 780,760 / 1160,760 | — | `#FFB800` 32pt Bold | Fade In Sequential delay 0.25s | 0.5s | Digital Tick ×3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S8-2</a:t>
            </a:r>
          </a:p>
          <a:p xmlns:a="http://schemas.openxmlformats.org/drawingml/2006/main">
            <a:r>
              <a:t>المشهد 8 — الجزء العملي (1:16 – 1:28)</a:t>
            </a:r>
          </a:p>
          <a:p xmlns:a="http://schemas.openxmlformats.org/drawingml/2006/main">
            <a:r>
              <a:t>زمن هذه الشريحة: 82.0–88.0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"والأهم من الكلام النظري: هنفتح المتصفح ونشوف الـCookies بنفسنا..."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DevTools وهمية (محاكاة بسيطة، مستطيل بحواف دائرية + شريط تبويبات) | 260, 160 | 1400×760 | خلفية `#0D1224` حد `#00D9FF` | Scale Up | 0.0s | Soft Pop |</a:t>
            </a:r>
          </a:p>
          <a:p xmlns:a="http://schemas.openxmlformats.org/drawingml/2006/main">
            <a:r>
              <a:t>| 1 | تبويب "Application/Storage" مظلل | داخل شريط التبويبات | — | `#00D9FF` underline | Fade In | 0.3s | — |</a:t>
            </a:r>
          </a:p>
          <a:p xmlns:a="http://schemas.openxmlformats.org/drawingml/2006/main">
            <a:r>
              <a:t>| 1 | صف Cookie تجريبي (اسم/قيمة) | 300, 320 | 1100×60 | نص أبيض على خلفية `#12172E` | Fade In | 0.4s | — |</a:t>
            </a:r>
          </a:p>
          <a:p xmlns:a="http://schemas.openxmlformats.org/drawingml/2006/main">
            <a:r>
              <a:t>| 2 | نافذة كود صغيرة بجانبها | 300, 500 | 1100×180 | خلفية `#000000` حد `#8B7BFF` | Move In (Bottom) | 0.0s | — |</a:t>
            </a:r>
          </a:p>
          <a:p xmlns:a="http://schemas.openxmlformats.org/drawingml/2006/main">
            <a:r>
              <a:t>| 2 | نص الكود: `document.cookie = "username=Abdo";` | وسط النافذة | — | Monospace (SF Mono) — الكلمات الأساسية بلون `#00D9FF`، النص بلون أبيض | Fade In (سطر واحد فقط، بدون Typewriter معقد) | 0.2s | — |</a:t>
            </a:r>
          </a:p>
          <a:p xmlns:a="http://schemas.openxmlformats.org/drawingml/2006/main">
            <a:r>
              <a:t>| 2 | 3 كلمات تظهر بالتتابع أسفل الكود: Create / Read / Delete | 400,760 / 780,760 / 1160,760 | — | `#FFB800` 32pt Bold | Fade In Sequential delay 0.25s | 0.5s | Digital Tick ×3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S9-1</a:t>
            </a:r>
          </a:p>
          <a:p xmlns:a="http://schemas.openxmlformats.org/drawingml/2006/main">
            <a:r>
              <a:t>المشهد 9 — النهاية والانتقال للشرح (1:28 – 1:38)</a:t>
            </a:r>
          </a:p>
          <a:p xmlns:a="http://schemas.openxmlformats.org/drawingml/2006/main">
            <a:r>
              <a:t>زمن هذه الشريحة: 88.0–92.2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"وبعد الفيديو، لما يظهرلك زرار Accept All مرة تانية... يلا نبدأ الأول بأهم سؤال: إيه هي الـCookies؟"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الموافقة تعود (نفس تصميم المشهد 1، شريحة 2) | نفس موضع المشهد 1 | — | — | Magic Move (عودة من شكل مصغّر أو Fade) | 0.0s | Subtle Whoosh |</a:t>
            </a:r>
          </a:p>
          <a:p xmlns:a="http://schemas.openxmlformats.org/drawingml/2006/main">
            <a:r>
              <a:t>| 1 | مؤشر الماوس يتوقف فوق المنطقة بدون كليك | فوق زر Accept All لكن بدون Ripple | — | — | Move In، بدون Click SFX هذه المرة | 0.3s | — |</a:t>
            </a:r>
          </a:p>
          <a:p xmlns:a="http://schemas.openxmlformats.org/drawingml/2006/main">
            <a:r>
              <a:t>| 1 | علامة تفكير صغيرة (🤔ـ بشكل بسيط outline، ليس إيموجي) بجانب المؤشر | بجانب المؤشر | 50×50 | `#8B7BFF` | Fade In | 0.6s | — |</a:t>
            </a:r>
          </a:p>
          <a:p xmlns:a="http://schemas.openxmlformats.org/drawingml/2006/main">
            <a:r>
              <a:t>| 2 | كل عناصر المشهد (المتصفح، النافذة، الأيقونات المتفرقة من المشاهد السابقة) تتجمع بصريًا نحو المنتصف وتتلاشى | من مواضعها المتفرقة → 960,540 ثم Fade Out | — | — | Magic Move ثم Fade Out | 0.0s | — |</a:t>
            </a:r>
          </a:p>
          <a:p xmlns:a="http://schemas.openxmlformats.org/drawingml/2006/main">
            <a:r>
              <a:t>| 3 | خلفية فارغة (الجرادينت فقط) | — | — | — | — | — | — |</a:t>
            </a:r>
          </a:p>
          <a:p xmlns:a="http://schemas.openxmlformats.org/drawingml/2006/main">
            <a:r>
              <a:t>| 3 | العنوان النهائي: **"يعني إيه Cookies؟"** | وسط، 960,460 | — | أبيض Bold 88pt | Scale Up | 0.2s | Soft Pop |</a:t>
            </a:r>
          </a:p>
          <a:p xmlns:a="http://schemas.openxmlformats.org/drawingml/2006/main">
            <a:r>
              <a:t>| 3 | العنوان الفرعي: **"How Websites Remember You"** | أسفل العنوان، 960,580 | — | `#00D9FF` 32pt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S9-2</a:t>
            </a:r>
          </a:p>
          <a:p xmlns:a="http://schemas.openxmlformats.org/drawingml/2006/main">
            <a:r>
              <a:t>المشهد 9 — النهاية والانتقال للشرح (1:28 – 1:38)</a:t>
            </a:r>
          </a:p>
          <a:p xmlns:a="http://schemas.openxmlformats.org/drawingml/2006/main">
            <a:r>
              <a:t>زمن هذه الشريحة: 92.2–94.0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"وبعد الفيديو، لما يظهرلك زرار Accept All مرة تانية... يلا نبدأ الأول بأهم سؤال: إيه هي الـCookies؟"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الموافقة تعود (نفس تصميم المشهد 1، شريحة 2) | نفس موضع المشهد 1 | — | — | Magic Move (عودة من شكل مصغّر أو Fade) | 0.0s | Subtle Whoosh |</a:t>
            </a:r>
          </a:p>
          <a:p xmlns:a="http://schemas.openxmlformats.org/drawingml/2006/main">
            <a:r>
              <a:t>| 1 | مؤشر الماوس يتوقف فوق المنطقة بدون كليك | فوق زر Accept All لكن بدون Ripple | — | — | Move In، بدون Click SFX هذه المرة | 0.3s | — |</a:t>
            </a:r>
          </a:p>
          <a:p xmlns:a="http://schemas.openxmlformats.org/drawingml/2006/main">
            <a:r>
              <a:t>| 1 | علامة تفكير صغيرة (🤔ـ بشكل بسيط outline، ليس إيموجي) بجانب المؤشر | بجانب المؤشر | 50×50 | `#8B7BFF` | Fade In | 0.6s | — |</a:t>
            </a:r>
          </a:p>
          <a:p xmlns:a="http://schemas.openxmlformats.org/drawingml/2006/main">
            <a:r>
              <a:t>| 2 | كل عناصر المشهد (المتصفح، النافذة، الأيقونات المتفرقة من المشاهد السابقة) تتجمع بصريًا نحو المنتصف وتتلاشى | من مواضعها المتفرقة → 960,540 ثم Fade Out | — | — | Magic Move ثم Fade Out | 0.0s | — |</a:t>
            </a:r>
          </a:p>
          <a:p xmlns:a="http://schemas.openxmlformats.org/drawingml/2006/main">
            <a:r>
              <a:t>| 3 | خلفية فارغة (الجرادينت فقط) | — | — | — | — | — | — |</a:t>
            </a:r>
          </a:p>
          <a:p xmlns:a="http://schemas.openxmlformats.org/drawingml/2006/main">
            <a:r>
              <a:t>| 3 | العنوان النهائي: **"يعني إيه Cookies؟"** | وسط، 960,460 | — | أبيض Bold 88pt | Scale Up | 0.2s | Soft Pop |</a:t>
            </a:r>
          </a:p>
          <a:p xmlns:a="http://schemas.openxmlformats.org/drawingml/2006/main">
            <a:r>
              <a:t>| 3 | العنوان الفرعي: **"How Websites Remember You"** | أسفل العنوان، 960,580 | — | `#00D9FF` 32pt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S9-3</a:t>
            </a:r>
          </a:p>
          <a:p xmlns:a="http://schemas.openxmlformats.org/drawingml/2006/main">
            <a:r>
              <a:t>المشهد 9 — النهاية والانتقال للشرح (1:28 – 1:38)</a:t>
            </a:r>
          </a:p>
          <a:p xmlns:a="http://schemas.openxmlformats.org/drawingml/2006/main">
            <a:r>
              <a:t>زمن هذه الشريحة: 94.0–98.0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"وبعد الفيديو، لما يظهرلك زرار Accept All مرة تانية... يلا نبدأ الأول بأهم سؤال: إيه هي الـCookies؟"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الموافقة تعود (نفس تصميم المشهد 1، شريحة 2) | نفس موضع المشهد 1 | — | — | Magic Move (عودة من شكل مصغّر أو Fade) | 0.0s | Subtle Whoosh |</a:t>
            </a:r>
          </a:p>
          <a:p xmlns:a="http://schemas.openxmlformats.org/drawingml/2006/main">
            <a:r>
              <a:t>| 1 | مؤشر الماوس يتوقف فوق المنطقة بدون كليك | فوق زر Accept All لكن بدون Ripple | — | — | Move In، بدون Click SFX هذه المرة | 0.3s | — |</a:t>
            </a:r>
          </a:p>
          <a:p xmlns:a="http://schemas.openxmlformats.org/drawingml/2006/main">
            <a:r>
              <a:t>| 1 | علامة تفكير صغيرة (🤔ـ بشكل بسيط outline، ليس إيموجي) بجانب المؤشر | بجانب المؤشر | 50×50 | `#8B7BFF` | Fade In | 0.6s | — |</a:t>
            </a:r>
          </a:p>
          <a:p xmlns:a="http://schemas.openxmlformats.org/drawingml/2006/main">
            <a:r>
              <a:t>| 2 | كل عناصر المشهد (المتصفح، النافذة، الأيقونات المتفرقة من المشاهد السابقة) تتجمع بصريًا نحو المنتصف وتتلاشى | من مواضعها المتفرقة → 960,540 ثم Fade Out | — | — | Magic Move ثم Fade Out | 0.0s | — |</a:t>
            </a:r>
          </a:p>
          <a:p xmlns:a="http://schemas.openxmlformats.org/drawingml/2006/main">
            <a:r>
              <a:t>| 3 | خلفية فارغة (الجرادينت فقط) | — | — | — | — | — | — |</a:t>
            </a:r>
          </a:p>
          <a:p xmlns:a="http://schemas.openxmlformats.org/drawingml/2006/main">
            <a:r>
              <a:t>| 3 | العنوان النهائي: **"يعني إيه Cookies؟"** | وسط، 960,460 | — | أبيض Bold 88pt | Scale Up | 0.2s | Soft Pop |</a:t>
            </a:r>
          </a:p>
          <a:p xmlns:a="http://schemas.openxmlformats.org/drawingml/2006/main">
            <a:r>
              <a:t>| 3 | العنوان الفرعي: **"How Websites Remember You"** | أسفل العنوان، 960,580 | — | `#00D9FF` 32pt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9fffee00d46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112f0e02c54a3b" /><Relationship Type="http://schemas.openxmlformats.org/officeDocument/2006/relationships/slideLayout" Target="/ppt/slideLayouts/slideLayout1.xml" Id="Rb82f4ceb57c3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f4ceb57c3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4b8839d0e49ca" /><Relationship Type="http://schemas.openxmlformats.org/officeDocument/2006/relationships/notesSlide" Target="/ppt/notesSlides/notesSlide1.xml" Id="R333e4a84d240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9594f39af435b" /><Relationship Type="http://schemas.openxmlformats.org/officeDocument/2006/relationships/notesSlide" Target="/ppt/notesSlides/notesSlide2.xml" Id="R000491afbc144e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36826e3ff42e1" /><Relationship Type="http://schemas.openxmlformats.org/officeDocument/2006/relationships/notesSlide" Target="/ppt/notesSlides/notesSlide3.xml" Id="R2a9c2392d86b4d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b3bef24824e3c" /><Relationship Type="http://schemas.openxmlformats.org/officeDocument/2006/relationships/notesSlide" Target="/ppt/notesSlides/notesSlide4.xml" Id="Ra3b9974a848548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136bdb8a247e2" /><Relationship Type="http://schemas.openxmlformats.org/officeDocument/2006/relationships/notesSlide" Target="/ppt/notesSlides/notesSlide5.xml" Id="R245c3264b39a4e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ebe859c9d4da7" /><Relationship Type="http://schemas.openxmlformats.org/officeDocument/2006/relationships/notesSlide" Target="/ppt/notesSlides/notesSlide6.xml" Id="Ra8dbc34fe897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06c57beba4081" /><Relationship Type="http://schemas.openxmlformats.org/officeDocument/2006/relationships/notesSlide" Target="/ppt/notesSlides/notesSlide7.xml" Id="R675a54ab8b244b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993027f724db2" /><Relationship Type="http://schemas.openxmlformats.org/officeDocument/2006/relationships/notesSlide" Target="/ppt/notesSlides/notesSlide8.xml" Id="Ref961451981940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d4764bbb144b5" /><Relationship Type="http://schemas.openxmlformats.org/officeDocument/2006/relationships/notesSlide" Target="/ppt/notesSlides/notesSlide9.xml" Id="Rd8c3aa3b1ab64d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dc4f93df544c8" /><Relationship Type="http://schemas.openxmlformats.org/officeDocument/2006/relationships/notesSlide" Target="/ppt/notesSlides/notesSlide10.xml" Id="R7120dab8a61248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9c0f12066495f" /><Relationship Type="http://schemas.openxmlformats.org/officeDocument/2006/relationships/notesSlide" Target="/ppt/notesSlides/notesSlide11.xml" Id="R936ab89c0bbb48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32666129d4211" /><Relationship Type="http://schemas.openxmlformats.org/officeDocument/2006/relationships/notesSlide" Target="/ppt/notesSlides/notesSlide12.xml" Id="Rbb12601727f840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cc2355e414ac1" /><Relationship Type="http://schemas.openxmlformats.org/officeDocument/2006/relationships/notesSlide" Target="/ppt/notesSlides/notesSlide13.xml" Id="Ra2511641942846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933f6455d4be0" /><Relationship Type="http://schemas.openxmlformats.org/officeDocument/2006/relationships/notesSlide" Target="/ppt/notesSlides/notesSlide14.xml" Id="Rb2a957e79cee4a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16ee1ac3246be" /><Relationship Type="http://schemas.openxmlformats.org/officeDocument/2006/relationships/notesSlide" Target="/ppt/notesSlides/notesSlide15.xml" Id="Re48c93c70b2441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afe40d619444f" /><Relationship Type="http://schemas.openxmlformats.org/officeDocument/2006/relationships/notesSlide" Target="/ppt/notesSlides/notesSlide16.xml" Id="R7e383056e52a4f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f6d66355248cc" /><Relationship Type="http://schemas.openxmlformats.org/officeDocument/2006/relationships/notesSlide" Target="/ppt/notesSlides/notesSlide17.xml" Id="R27acda69acc14b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708d2c8e45f8" /><Relationship Type="http://schemas.openxmlformats.org/officeDocument/2006/relationships/notesSlide" Target="/ppt/notesSlides/notesSlide18.xml" Id="R360716fb798a45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692675d074f42" /><Relationship Type="http://schemas.openxmlformats.org/officeDocument/2006/relationships/notesSlide" Target="/ppt/notesSlides/notesSlide19.xml" Id="Rde5f5bb8c1c348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6b56067074dd7" /><Relationship Type="http://schemas.openxmlformats.org/officeDocument/2006/relationships/notesSlide" Target="/ppt/notesSlides/notesSlide20.xml" Id="Rc16add17f5ad48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bfc1c1616424a" /><Relationship Type="http://schemas.openxmlformats.org/officeDocument/2006/relationships/notesSlide" Target="/ppt/notesSlides/notesSlide21.xml" Id="Rf04112e00a6147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6d6d6f05244c2" /><Relationship Type="http://schemas.openxmlformats.org/officeDocument/2006/relationships/notesSlide" Target="/ppt/notesSlides/notesSlide22.xml" Id="R8e9ee515d6c24c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439ab98c242fb" /><Relationship Type="http://schemas.openxmlformats.org/officeDocument/2006/relationships/notesSlide" Target="/ppt/notesSlides/notesSlide23.xml" Id="R9714c9124332401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c009b3dc1419d" /><Relationship Type="http://schemas.openxmlformats.org/officeDocument/2006/relationships/notesSlide" Target="/ppt/notesSlides/notesSlide24.xml" Id="R9d8d8eba123143a3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owser/1">
            <a:extLst xmlns:a="http://schemas.openxmlformats.org/drawingml/2006/main">
              <a:ext uri="{FF2B5EF4-FFF2-40B4-BE49-F238E27FC236}">
                <a16:creationId xmlns:a16="http://schemas.microsoft.com/office/drawing/2014/main" id="{FE921073-0038-40CF-8CE0-E67811D4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33500"/>
            <a:ext cx="11430000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browser/2">
            <a:extLst xmlns:a="http://schemas.openxmlformats.org/drawingml/2006/main">
              <a:ext uri="{FF2B5EF4-FFF2-40B4-BE49-F238E27FC236}">
                <a16:creationId xmlns:a16="http://schemas.microsoft.com/office/drawing/2014/main" id="{DB298D5C-6E23-41DD-97E5-21187730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113919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owser/3">
            <a:extLst xmlns:a="http://schemas.openxmlformats.org/drawingml/2006/main">
              <a:ext uri="{FF2B5EF4-FFF2-40B4-BE49-F238E27FC236}">
                <a16:creationId xmlns:a16="http://schemas.microsoft.com/office/drawing/2014/main" id="{69DD3C05-71B7-447C-BA1C-74BD9846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wser/4">
            <a:extLst xmlns:a="http://schemas.openxmlformats.org/drawingml/2006/main">
              <a:ext uri="{FF2B5EF4-FFF2-40B4-BE49-F238E27FC236}">
                <a16:creationId xmlns:a16="http://schemas.microsoft.com/office/drawing/2014/main" id="{03A9AC3B-EDC6-4275-B9EE-AE222D2C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wser/5">
            <a:extLst xmlns:a="http://schemas.openxmlformats.org/drawingml/2006/main">
              <a:ext uri="{FF2B5EF4-FFF2-40B4-BE49-F238E27FC236}">
                <a16:creationId xmlns:a16="http://schemas.microsoft.com/office/drawing/2014/main" id="{0E7FFEEB-C834-4175-81B9-697A83D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85900"/>
            <a:ext cx="9048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owser/6">
            <a:extLst xmlns:a="http://schemas.openxmlformats.org/drawingml/2006/main">
              <a:ext uri="{FF2B5EF4-FFF2-40B4-BE49-F238E27FC236}">
                <a16:creationId xmlns:a16="http://schemas.microsoft.com/office/drawing/2014/main" id="{64DEDB1F-85EB-451B-A95C-B63776D4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33525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example.com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05EC3988-E916-40C7-8505-99D490A1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29000" y="20193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940A32A9-C2BF-4B11-BFBA-CDC841BE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66975"/>
            <a:ext cx="46863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8A93A6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B0D85641-41D7-47B2-9546-CB2D97BC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5943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79CD4A44-5AFC-4D52-9C58-C6504F7B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943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66488AA2-496C-47A7-B50F-EC532C0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4229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CB446ED4-881F-44B0-AABB-142F8020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9555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B7BFF">
              <a:alpha val="10000"/>
            </a:srgbClr>
          </a:solidFill>
          <a:ln xmlns:a="http://schemas.openxmlformats.org/drawingml/2006/main" w="9525">
            <a:solidFill>
              <a:srgbClr val="8B7BFF">
                <a:alpha val="20000"/>
              </a:srgbClr>
            </a:solidFill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58E20EBF-42B4-4B6A-8294-261D6CBF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owser/14">
            <a:extLst xmlns:a="http://schemas.openxmlformats.org/drawingml/2006/main">
              <a:ext uri="{FF2B5EF4-FFF2-40B4-BE49-F238E27FC236}">
                <a16:creationId xmlns:a16="http://schemas.microsoft.com/office/drawing/2014/main" id="{E7DB32D8-9D09-4D45-89E2-EC94C280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rowser/15">
            <a:extLst xmlns:a="http://schemas.openxmlformats.org/drawingml/2006/main">
              <a:ext uri="{FF2B5EF4-FFF2-40B4-BE49-F238E27FC236}">
                <a16:creationId xmlns:a16="http://schemas.microsoft.com/office/drawing/2014/main" id="{85D2C847-B010-4F38-BB19-66C57C9E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rowser/16">
            <a:extLst xmlns:a="http://schemas.openxmlformats.org/drawingml/2006/main">
              <a:ext uri="{FF2B5EF4-FFF2-40B4-BE49-F238E27FC236}">
                <a16:creationId xmlns:a16="http://schemas.microsoft.com/office/drawing/2014/main" id="{AC7F6B15-C188-47B9-A275-4A3C899E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rowser/17">
            <a:extLst xmlns:a="http://schemas.openxmlformats.org/drawingml/2006/main">
              <a:ext uri="{FF2B5EF4-FFF2-40B4-BE49-F238E27FC236}">
                <a16:creationId xmlns:a16="http://schemas.microsoft.com/office/drawing/2014/main" id="{AE8A1D42-6179-4F60-9CB2-C366305C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rowser/18">
            <a:extLst xmlns:a="http://schemas.openxmlformats.org/drawingml/2006/main">
              <a:ext uri="{FF2B5EF4-FFF2-40B4-BE49-F238E27FC236}">
                <a16:creationId xmlns:a16="http://schemas.microsoft.com/office/drawing/2014/main" id="{C10271A4-7022-4195-B6C6-3BE6BAAB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rowser/19">
            <a:extLst xmlns:a="http://schemas.openxmlformats.org/drawingml/2006/main">
              <a:ext uri="{FF2B5EF4-FFF2-40B4-BE49-F238E27FC236}">
                <a16:creationId xmlns:a16="http://schemas.microsoft.com/office/drawing/2014/main" id="{03AD65AB-59AC-4FDD-B86C-A505F260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rowser/20">
            <a:extLst xmlns:a="http://schemas.openxmlformats.org/drawingml/2006/main">
              <a:ext uri="{FF2B5EF4-FFF2-40B4-BE49-F238E27FC236}">
                <a16:creationId xmlns:a16="http://schemas.microsoft.com/office/drawing/2014/main" id="{39EEA01C-1BC1-413F-9D8E-4EEC8C44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rowser/21">
            <a:extLst xmlns:a="http://schemas.openxmlformats.org/drawingml/2006/main">
              <a:ext uri="{FF2B5EF4-FFF2-40B4-BE49-F238E27FC236}">
                <a16:creationId xmlns:a16="http://schemas.microsoft.com/office/drawing/2014/main" id="{76AC74A8-D5D9-4C38-B578-C15CA08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215208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owser/1">
            <a:extLst xmlns:a="http://schemas.openxmlformats.org/drawingml/2006/main">
              <a:ext uri="{FF2B5EF4-FFF2-40B4-BE49-F238E27FC236}">
                <a16:creationId xmlns:a16="http://schemas.microsoft.com/office/drawing/2014/main" id="{A07937B6-3609-4418-89DB-BBA9FE08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33500"/>
            <a:ext cx="11430000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browser/2">
            <a:extLst xmlns:a="http://schemas.openxmlformats.org/drawingml/2006/main">
              <a:ext uri="{FF2B5EF4-FFF2-40B4-BE49-F238E27FC236}">
                <a16:creationId xmlns:a16="http://schemas.microsoft.com/office/drawing/2014/main" id="{AED66444-434B-460E-91F4-C3E287FF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113919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owser/3">
            <a:extLst xmlns:a="http://schemas.openxmlformats.org/drawingml/2006/main">
              <a:ext uri="{FF2B5EF4-FFF2-40B4-BE49-F238E27FC236}">
                <a16:creationId xmlns:a16="http://schemas.microsoft.com/office/drawing/2014/main" id="{B088636E-ACF7-4405-A803-7405627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wser/4">
            <a:extLst xmlns:a="http://schemas.openxmlformats.org/drawingml/2006/main">
              <a:ext uri="{FF2B5EF4-FFF2-40B4-BE49-F238E27FC236}">
                <a16:creationId xmlns:a16="http://schemas.microsoft.com/office/drawing/2014/main" id="{80B410EB-2607-4D5D-A4FA-D6DCB89B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wser/5">
            <a:extLst xmlns:a="http://schemas.openxmlformats.org/drawingml/2006/main">
              <a:ext uri="{FF2B5EF4-FFF2-40B4-BE49-F238E27FC236}">
                <a16:creationId xmlns:a16="http://schemas.microsoft.com/office/drawing/2014/main" id="{4DD20BB6-9FAA-4B72-9EF7-524D53F6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85900"/>
            <a:ext cx="9048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owser/6">
            <a:extLst xmlns:a="http://schemas.openxmlformats.org/drawingml/2006/main">
              <a:ext uri="{FF2B5EF4-FFF2-40B4-BE49-F238E27FC236}">
                <a16:creationId xmlns:a16="http://schemas.microsoft.com/office/drawing/2014/main" id="{F32A802B-472B-4E8E-8A3B-31AE69A2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33525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example.com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F323E7F1-F162-4877-A037-314182A8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29000" y="20193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FDB460A4-B73E-424F-B919-14A6140E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66975"/>
            <a:ext cx="46863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8A93A6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85DC1AE1-DD56-422D-AEBA-5BD7E182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5943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CAC76987-1FD9-4570-8FD9-BD094C53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943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80468C36-D2EA-4AF2-883B-B21160B0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4229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BC7156E5-3F47-429F-9146-BEF046CD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9555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B7BFF">
              <a:alpha val="10000"/>
            </a:srgbClr>
          </a:solidFill>
          <a:ln xmlns:a="http://schemas.openxmlformats.org/drawingml/2006/main" w="9525">
            <a:solidFill>
              <a:srgbClr val="8B7BFF">
                <a:alpha val="20000"/>
              </a:srgbClr>
            </a:solidFill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6E707A59-2CE0-4D3A-A8A1-8D43371E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owser/14">
            <a:extLst xmlns:a="http://schemas.openxmlformats.org/drawingml/2006/main">
              <a:ext uri="{FF2B5EF4-FFF2-40B4-BE49-F238E27FC236}">
                <a16:creationId xmlns:a16="http://schemas.microsoft.com/office/drawing/2014/main" id="{B82A2A6F-EE1E-4759-9791-426B400E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rowser/15">
            <a:extLst xmlns:a="http://schemas.openxmlformats.org/drawingml/2006/main">
              <a:ext uri="{FF2B5EF4-FFF2-40B4-BE49-F238E27FC236}">
                <a16:creationId xmlns:a16="http://schemas.microsoft.com/office/drawing/2014/main" id="{D2E161FB-CA6C-445A-90E1-4F19BBDD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rowser/16">
            <a:extLst xmlns:a="http://schemas.openxmlformats.org/drawingml/2006/main">
              <a:ext uri="{FF2B5EF4-FFF2-40B4-BE49-F238E27FC236}">
                <a16:creationId xmlns:a16="http://schemas.microsoft.com/office/drawing/2014/main" id="{D6CA3259-F05A-4E41-A603-BC3B44BC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rowser/17">
            <a:extLst xmlns:a="http://schemas.openxmlformats.org/drawingml/2006/main">
              <a:ext uri="{FF2B5EF4-FFF2-40B4-BE49-F238E27FC236}">
                <a16:creationId xmlns:a16="http://schemas.microsoft.com/office/drawing/2014/main" id="{54A19DB5-3A68-455C-89BD-63C20C9C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rowser/18">
            <a:extLst xmlns:a="http://schemas.openxmlformats.org/drawingml/2006/main">
              <a:ext uri="{FF2B5EF4-FFF2-40B4-BE49-F238E27FC236}">
                <a16:creationId xmlns:a16="http://schemas.microsoft.com/office/drawing/2014/main" id="{57155E4A-2664-47F3-BB21-991A3E5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rowser/19">
            <a:extLst xmlns:a="http://schemas.openxmlformats.org/drawingml/2006/main">
              <a:ext uri="{FF2B5EF4-FFF2-40B4-BE49-F238E27FC236}">
                <a16:creationId xmlns:a16="http://schemas.microsoft.com/office/drawing/2014/main" id="{A45B0315-6E11-46AC-9358-85D5B5DD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rowser/20">
            <a:extLst xmlns:a="http://schemas.openxmlformats.org/drawingml/2006/main">
              <a:ext uri="{FF2B5EF4-FFF2-40B4-BE49-F238E27FC236}">
                <a16:creationId xmlns:a16="http://schemas.microsoft.com/office/drawing/2014/main" id="{DB0B57B1-F197-41E6-95D8-6B190C64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rowser/21">
            <a:extLst xmlns:a="http://schemas.openxmlformats.org/drawingml/2006/main">
              <a:ext uri="{FF2B5EF4-FFF2-40B4-BE49-F238E27FC236}">
                <a16:creationId xmlns:a16="http://schemas.microsoft.com/office/drawing/2014/main" id="{BBAF5B82-4732-40F1-98CF-C3897239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nsent/22">
            <a:extLst xmlns:a="http://schemas.openxmlformats.org/drawingml/2006/main">
              <a:ext uri="{FF2B5EF4-FFF2-40B4-BE49-F238E27FC236}">
                <a16:creationId xmlns:a16="http://schemas.microsoft.com/office/drawing/2014/main" id="{3E09EDE3-6D2B-4BA9-9DDF-EDEAAC01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096000"/>
            <a:ext cx="95250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A0E27"/>
          </a:solidFill>
          <a:ln xmlns:a="http://schemas.openxmlformats.org/drawingml/2006/main" w="19050">
            <a:solidFill>
              <a:srgbClr val="8B7BFF"/>
            </a:solidFill>
            <a:prstDash val="solid"/>
          </a:ln>
        </p:spPr>
      </p:sp>
      <p:sp>
        <p:nvSpPr>
          <p:cNvPr id="23" name="consent/23">
            <a:extLst xmlns:a="http://schemas.openxmlformats.org/drawingml/2006/main">
              <a:ext uri="{FF2B5EF4-FFF2-40B4-BE49-F238E27FC236}">
                <a16:creationId xmlns:a16="http://schemas.microsoft.com/office/drawing/2014/main" id="{69D29B2C-7EA2-4817-B3C6-ADA58D2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436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نستخدم ملفات تعريف الارتباط لتحسين تجربتك</a:t>
            </a:r>
          </a:p>
        </p:txBody>
      </p:sp>
      <p:sp>
        <p:nvSpPr>
          <p:cNvPr id="24" name="accept/24">
            <a:extLst xmlns:a="http://schemas.openxmlformats.org/drawingml/2006/main">
              <a:ext uri="{FF2B5EF4-FFF2-40B4-BE49-F238E27FC236}">
                <a16:creationId xmlns:a16="http://schemas.microsoft.com/office/drawing/2014/main" id="{44159730-BBCC-4339-A393-A58BD211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239000"/>
            <a:ext cx="2095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ccept/25">
            <a:extLst xmlns:a="http://schemas.openxmlformats.org/drawingml/2006/main">
              <a:ext uri="{FF2B5EF4-FFF2-40B4-BE49-F238E27FC236}">
                <a16:creationId xmlns:a16="http://schemas.microsoft.com/office/drawing/2014/main" id="{7BF827D3-C532-42CB-9DD0-E7C0970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277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.SF NS"/>
                <a:ea typeface=".SF NS"/>
                <a:cs typeface=".SF NS"/>
              </a:defRPr>
            </a:pPr>
            <a:r>
              <a:rPr sz="2100" b="1">
                <a:solidFill>
                  <a:srgbClr val="000000"/>
                </a:solidFill>
                <a:latin typeface=".SF NS"/>
                <a:ea typeface=".SF NS"/>
                <a:cs typeface=".SF NS"/>
              </a:rPr>
              <a:t>Accept All</a:t>
            </a:r>
          </a:p>
        </p:txBody>
      </p:sp>
      <p:sp>
        <p:nvSpPr>
          <p:cNvPr id="26" name="reject/26">
            <a:extLst xmlns:a="http://schemas.openxmlformats.org/drawingml/2006/main">
              <a:ext uri="{FF2B5EF4-FFF2-40B4-BE49-F238E27FC236}">
                <a16:creationId xmlns:a16="http://schemas.microsoft.com/office/drawing/2014/main" id="{E05C5A6B-1ECD-44A9-9B04-9C7FECA7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8A93A6"/>
            </a:solidFill>
            <a:prstDash val="solid"/>
          </a:ln>
        </p:spPr>
      </p:sp>
      <p:sp>
        <p:nvSpPr>
          <p:cNvPr id="27" name="reject/27">
            <a:extLst xmlns:a="http://schemas.openxmlformats.org/drawingml/2006/main">
              <a:ext uri="{FF2B5EF4-FFF2-40B4-BE49-F238E27FC236}">
                <a16:creationId xmlns:a16="http://schemas.microsoft.com/office/drawing/2014/main" id="{908EA891-FB65-476C-917E-2A034757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771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Reject</a:t>
            </a:r>
          </a:p>
        </p:txBody>
      </p:sp>
      <p:sp>
        <p:nvSpPr>
          <p:cNvPr id="28" name="cursor/28">
            <a:extLst xmlns:a="http://schemas.openxmlformats.org/drawingml/2006/main">
              <a:ext uri="{FF2B5EF4-FFF2-40B4-BE49-F238E27FC236}">
                <a16:creationId xmlns:a16="http://schemas.microsoft.com/office/drawing/2014/main" id="{2176E6BE-5323-41CF-B894-E54E94C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8515350"/>
            <a:ext cx="466725" cy="466725"/>
          </a:xfrm>
          <a:custGeom xmlns:a="http://schemas.openxmlformats.org/drawingml/2006/main">
            <a:pathLst>
              <a:path w="952500" h="952500">
                <a:moveTo>
                  <a:pt x="95250" y="38100"/>
                </a:moveTo>
                <a:lnTo>
                  <a:pt x="95250" y="790575"/>
                </a:lnTo>
                <a:lnTo>
                  <a:pt x="295275" y="609600"/>
                </a:lnTo>
                <a:lnTo>
                  <a:pt x="457200" y="914400"/>
                </a:lnTo>
                <a:lnTo>
                  <a:pt x="600075" y="828675"/>
                </a:lnTo>
                <a:lnTo>
                  <a:pt x="428625" y="542925"/>
                </a:lnTo>
                <a:lnTo>
                  <a:pt x="695325" y="542925"/>
                </a:lnTo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50">
            <a:solidFill>
              <a:srgbClr val="080B1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09019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rowser/1">
            <a:extLst xmlns:a="http://schemas.openxmlformats.org/drawingml/2006/main">
              <a:ext uri="{FF2B5EF4-FFF2-40B4-BE49-F238E27FC236}">
                <a16:creationId xmlns:a16="http://schemas.microsoft.com/office/drawing/2014/main" id="{67029A57-9DA0-47B8-BE5C-A6B13989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33500"/>
            <a:ext cx="11430000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browser/2">
            <a:extLst xmlns:a="http://schemas.openxmlformats.org/drawingml/2006/main">
              <a:ext uri="{FF2B5EF4-FFF2-40B4-BE49-F238E27FC236}">
                <a16:creationId xmlns:a16="http://schemas.microsoft.com/office/drawing/2014/main" id="{E9ED3790-9EEF-40E8-A9E7-86D7BFF8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113919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owser/3">
            <a:extLst xmlns:a="http://schemas.openxmlformats.org/drawingml/2006/main">
              <a:ext uri="{FF2B5EF4-FFF2-40B4-BE49-F238E27FC236}">
                <a16:creationId xmlns:a16="http://schemas.microsoft.com/office/drawing/2014/main" id="{97DFB8A9-5669-4925-B2EA-1F0B555E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wser/4">
            <a:extLst xmlns:a="http://schemas.openxmlformats.org/drawingml/2006/main">
              <a:ext uri="{FF2B5EF4-FFF2-40B4-BE49-F238E27FC236}">
                <a16:creationId xmlns:a16="http://schemas.microsoft.com/office/drawing/2014/main" id="{43E2EF47-8958-4709-A584-E9C938A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wser/5">
            <a:extLst xmlns:a="http://schemas.openxmlformats.org/drawingml/2006/main">
              <a:ext uri="{FF2B5EF4-FFF2-40B4-BE49-F238E27FC236}">
                <a16:creationId xmlns:a16="http://schemas.microsoft.com/office/drawing/2014/main" id="{7D3E17F0-0173-434F-A6C9-99CEFDF4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85900"/>
            <a:ext cx="9048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owser/6">
            <a:extLst xmlns:a="http://schemas.openxmlformats.org/drawingml/2006/main">
              <a:ext uri="{FF2B5EF4-FFF2-40B4-BE49-F238E27FC236}">
                <a16:creationId xmlns:a16="http://schemas.microsoft.com/office/drawing/2014/main" id="{D1AF41C2-55B4-442C-BC88-C3CA970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33525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example.com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F98F45CE-97F2-4949-976F-8B466C3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29000" y="20193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A4A786C8-06F6-4555-B636-3252934F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66975"/>
            <a:ext cx="46863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8A93A6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A62DBA47-2C6A-4487-874F-BFA97AD7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5943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6BC001AC-44F9-48D3-A420-CE78AB7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943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C239EE5B-C9C3-4B2C-A014-2B0288CF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4229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324E7EC1-6FBE-48AA-B66C-4CA7B989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9555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B7BFF">
              <a:alpha val="10000"/>
            </a:srgbClr>
          </a:solidFill>
          <a:ln xmlns:a="http://schemas.openxmlformats.org/drawingml/2006/main" w="9525">
            <a:solidFill>
              <a:srgbClr val="8B7BFF">
                <a:alpha val="20000"/>
              </a:srgbClr>
            </a:solidFill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5DFB8ACD-C2C4-47A8-B0FF-D57A32D8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owser/14">
            <a:extLst xmlns:a="http://schemas.openxmlformats.org/drawingml/2006/main">
              <a:ext uri="{FF2B5EF4-FFF2-40B4-BE49-F238E27FC236}">
                <a16:creationId xmlns:a16="http://schemas.microsoft.com/office/drawing/2014/main" id="{962BA445-B692-4396-9062-F53B4C1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rowser/15">
            <a:extLst xmlns:a="http://schemas.openxmlformats.org/drawingml/2006/main">
              <a:ext uri="{FF2B5EF4-FFF2-40B4-BE49-F238E27FC236}">
                <a16:creationId xmlns:a16="http://schemas.microsoft.com/office/drawing/2014/main" id="{5FB18CAF-770A-413D-9290-19B21B25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rowser/16">
            <a:extLst xmlns:a="http://schemas.openxmlformats.org/drawingml/2006/main">
              <a:ext uri="{FF2B5EF4-FFF2-40B4-BE49-F238E27FC236}">
                <a16:creationId xmlns:a16="http://schemas.microsoft.com/office/drawing/2014/main" id="{D5FB2F41-D39F-46FC-8E7C-CBBE7CFE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rowser/17">
            <a:extLst xmlns:a="http://schemas.openxmlformats.org/drawingml/2006/main">
              <a:ext uri="{FF2B5EF4-FFF2-40B4-BE49-F238E27FC236}">
                <a16:creationId xmlns:a16="http://schemas.microsoft.com/office/drawing/2014/main" id="{7A867B3A-340F-4776-9A5D-505ACC3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rowser/18">
            <a:extLst xmlns:a="http://schemas.openxmlformats.org/drawingml/2006/main">
              <a:ext uri="{FF2B5EF4-FFF2-40B4-BE49-F238E27FC236}">
                <a16:creationId xmlns:a16="http://schemas.microsoft.com/office/drawing/2014/main" id="{6C114BA0-240C-4B60-A9A8-BDFF7B63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rowser/19">
            <a:extLst xmlns:a="http://schemas.openxmlformats.org/drawingml/2006/main">
              <a:ext uri="{FF2B5EF4-FFF2-40B4-BE49-F238E27FC236}">
                <a16:creationId xmlns:a16="http://schemas.microsoft.com/office/drawing/2014/main" id="{2E34F3B3-F637-4CA1-88B2-DA7345AE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rowser/20">
            <a:extLst xmlns:a="http://schemas.openxmlformats.org/drawingml/2006/main">
              <a:ext uri="{FF2B5EF4-FFF2-40B4-BE49-F238E27FC236}">
                <a16:creationId xmlns:a16="http://schemas.microsoft.com/office/drawing/2014/main" id="{163E730E-AC90-4ED3-A298-9A6792B2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rowser/21">
            <a:extLst xmlns:a="http://schemas.openxmlformats.org/drawingml/2006/main">
              <a:ext uri="{FF2B5EF4-FFF2-40B4-BE49-F238E27FC236}">
                <a16:creationId xmlns:a16="http://schemas.microsoft.com/office/drawing/2014/main" id="{D7E8FC55-5FF5-41EC-B24F-D7E09E7C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ursor/22">
            <a:extLst xmlns:a="http://schemas.openxmlformats.org/drawingml/2006/main">
              <a:ext uri="{FF2B5EF4-FFF2-40B4-BE49-F238E27FC236}">
                <a16:creationId xmlns:a16="http://schemas.microsoft.com/office/drawing/2014/main" id="{05177A92-1B58-4996-9F2D-7D1BFAF1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515225"/>
            <a:ext cx="466725" cy="466725"/>
          </a:xfrm>
          <a:custGeom xmlns:a="http://schemas.openxmlformats.org/drawingml/2006/main">
            <a:pathLst>
              <a:path w="952500" h="952500">
                <a:moveTo>
                  <a:pt x="95250" y="38100"/>
                </a:moveTo>
                <a:lnTo>
                  <a:pt x="95250" y="790575"/>
                </a:lnTo>
                <a:lnTo>
                  <a:pt x="295275" y="609600"/>
                </a:lnTo>
                <a:lnTo>
                  <a:pt x="457200" y="914400"/>
                </a:lnTo>
                <a:lnTo>
                  <a:pt x="600075" y="828675"/>
                </a:lnTo>
                <a:lnTo>
                  <a:pt x="428625" y="542925"/>
                </a:lnTo>
                <a:lnTo>
                  <a:pt x="695325" y="542925"/>
                </a:lnTo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50">
            <a:solidFill>
              <a:srgbClr val="080B15"/>
            </a:solidFill>
            <a:prstDash val="solid"/>
          </a:ln>
        </p:spPr>
      </p:sp>
      <p:sp>
        <p:nvSpPr>
          <p:cNvPr id="23" name="ripple/23">
            <a:extLst xmlns:a="http://schemas.openxmlformats.org/drawingml/2006/main">
              <a:ext uri="{FF2B5EF4-FFF2-40B4-BE49-F238E27FC236}">
                <a16:creationId xmlns:a16="http://schemas.microsoft.com/office/drawing/2014/main" id="{9DEC359A-F653-42FE-A7C6-A00AF7C3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334250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9FF"/>
            </a:solidFill>
            <a:prstDash val="solid"/>
          </a:ln>
        </p:spPr>
      </p:sp>
      <p:sp>
        <p:nvSpPr>
          <p:cNvPr id="24" name="cookie/24">
            <a:extLst xmlns:a="http://schemas.openxmlformats.org/drawingml/2006/main">
              <a:ext uri="{FF2B5EF4-FFF2-40B4-BE49-F238E27FC236}">
                <a16:creationId xmlns:a16="http://schemas.microsoft.com/office/drawing/2014/main" id="{000BCF10-BED5-44C2-AAFB-FC7C97E6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okie/25">
            <a:extLst xmlns:a="http://schemas.openxmlformats.org/drawingml/2006/main">
              <a:ext uri="{FF2B5EF4-FFF2-40B4-BE49-F238E27FC236}">
                <a16:creationId xmlns:a16="http://schemas.microsoft.com/office/drawing/2014/main" id="{96515FA2-90F4-476F-86D3-625EDF18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59630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okie/26">
            <a:extLst xmlns:a="http://schemas.openxmlformats.org/drawingml/2006/main">
              <a:ext uri="{FF2B5EF4-FFF2-40B4-BE49-F238E27FC236}">
                <a16:creationId xmlns:a16="http://schemas.microsoft.com/office/drawing/2014/main" id="{5E2BE8D5-5704-45BE-B546-10A07942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820" y="462915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okie/27">
            <a:extLst xmlns:a="http://schemas.openxmlformats.org/drawingml/2006/main">
              <a:ext uri="{FF2B5EF4-FFF2-40B4-BE49-F238E27FC236}">
                <a16:creationId xmlns:a16="http://schemas.microsoft.com/office/drawing/2014/main" id="{F49CF259-03F6-4CFD-BFF2-9B80B0F8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34890"/>
            <a:ext cx="99060" cy="99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okie/28">
            <a:extLst xmlns:a="http://schemas.openxmlformats.org/drawingml/2006/main">
              <a:ext uri="{FF2B5EF4-FFF2-40B4-BE49-F238E27FC236}">
                <a16:creationId xmlns:a16="http://schemas.microsoft.com/office/drawing/2014/main" id="{F5FB50D9-59D3-4C3D-A23F-9493DF03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491109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okie/29">
            <a:extLst xmlns:a="http://schemas.openxmlformats.org/drawingml/2006/main">
              <a:ext uri="{FF2B5EF4-FFF2-40B4-BE49-F238E27FC236}">
                <a16:creationId xmlns:a16="http://schemas.microsoft.com/office/drawing/2014/main" id="{057E416B-8FE6-4954-8F63-D70DEC6F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7111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okie/30">
            <a:extLst xmlns:a="http://schemas.openxmlformats.org/drawingml/2006/main">
              <a:ext uri="{FF2B5EF4-FFF2-40B4-BE49-F238E27FC236}">
                <a16:creationId xmlns:a16="http://schemas.microsoft.com/office/drawing/2014/main" id="{AF10064F-551D-4E0E-B7BF-EFC3D44F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780" y="5040630"/>
            <a:ext cx="49530" cy="495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ept-question/31">
            <a:extLst xmlns:a="http://schemas.openxmlformats.org/drawingml/2006/main">
              <a:ext uri="{FF2B5EF4-FFF2-40B4-BE49-F238E27FC236}">
                <a16:creationId xmlns:a16="http://schemas.microsoft.com/office/drawing/2014/main" id="{D1B07FD4-0FA7-4514-9F18-38716E6C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24850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585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Accept All?</a:t>
            </a:r>
          </a:p>
        </p:txBody>
      </p:sp>
    </p:spTree>
    <p:extLst>
      <p:ext uri="{BB962C8B-B14F-4D97-AF65-F5344CB8AC3E}">
        <p14:creationId xmlns:p14="http://schemas.microsoft.com/office/powerpoint/2010/main" val="99384238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okie/1">
            <a:extLst xmlns:a="http://schemas.openxmlformats.org/drawingml/2006/main">
              <a:ext uri="{FF2B5EF4-FFF2-40B4-BE49-F238E27FC236}">
                <a16:creationId xmlns:a16="http://schemas.microsoft.com/office/drawing/2014/main" id="{862C4AA6-9F64-4ECD-82D6-C77B5ED4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okie/2">
            <a:extLst xmlns:a="http://schemas.openxmlformats.org/drawingml/2006/main">
              <a:ext uri="{FF2B5EF4-FFF2-40B4-BE49-F238E27FC236}">
                <a16:creationId xmlns:a16="http://schemas.microsoft.com/office/drawing/2014/main" id="{1D8BAE94-0466-4CE1-9B2E-B7F7AE9C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okie/3">
            <a:extLst xmlns:a="http://schemas.openxmlformats.org/drawingml/2006/main">
              <a:ext uri="{FF2B5EF4-FFF2-40B4-BE49-F238E27FC236}">
                <a16:creationId xmlns:a16="http://schemas.microsoft.com/office/drawing/2014/main" id="{7B423D72-35DF-40F2-805C-FAB3785A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okie/4">
            <a:extLst xmlns:a="http://schemas.openxmlformats.org/drawingml/2006/main">
              <a:ext uri="{FF2B5EF4-FFF2-40B4-BE49-F238E27FC236}">
                <a16:creationId xmlns:a16="http://schemas.microsoft.com/office/drawing/2014/main" id="{AE8CAE3B-992A-4572-9151-D865CFB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okie/5">
            <a:extLst xmlns:a="http://schemas.openxmlformats.org/drawingml/2006/main">
              <a:ext uri="{FF2B5EF4-FFF2-40B4-BE49-F238E27FC236}">
                <a16:creationId xmlns:a16="http://schemas.microsoft.com/office/drawing/2014/main" id="{3CB47183-8DAB-4047-AEE0-A5E4D800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24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okie/6">
            <a:extLst xmlns:a="http://schemas.openxmlformats.org/drawingml/2006/main">
              <a:ext uri="{FF2B5EF4-FFF2-40B4-BE49-F238E27FC236}">
                <a16:creationId xmlns:a16="http://schemas.microsoft.com/office/drawing/2014/main" id="{1EBCD316-D359-4BFF-BBF4-C728CAE4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24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okie/7">
            <a:extLst xmlns:a="http://schemas.openxmlformats.org/drawingml/2006/main">
              <a:ext uri="{FF2B5EF4-FFF2-40B4-BE49-F238E27FC236}">
                <a16:creationId xmlns:a16="http://schemas.microsoft.com/office/drawing/2014/main" id="{4245259B-2F15-42F5-B10D-60BF9BB9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-0/8">
            <a:extLst xmlns:a="http://schemas.openxmlformats.org/drawingml/2006/main">
              <a:ext uri="{FF2B5EF4-FFF2-40B4-BE49-F238E27FC236}">
                <a16:creationId xmlns:a16="http://schemas.microsoft.com/office/drawing/2014/main" id="{C725B3F4-7C3D-47FE-AC9E-2231163A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76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6000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?</a:t>
            </a:r>
          </a:p>
        </p:txBody>
      </p:sp>
      <p:sp>
        <p:nvSpPr>
          <p:cNvPr id="9" name="question-1/9">
            <a:extLst xmlns:a="http://schemas.openxmlformats.org/drawingml/2006/main">
              <a:ext uri="{FF2B5EF4-FFF2-40B4-BE49-F238E27FC236}">
                <a16:creationId xmlns:a16="http://schemas.microsoft.com/office/drawing/2014/main" id="{25E68E69-781C-4502-966A-E3552A73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05125"/>
            <a:ext cx="76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6000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?</a:t>
            </a:r>
          </a:p>
        </p:txBody>
      </p:sp>
      <p:sp>
        <p:nvSpPr>
          <p:cNvPr id="10" name="question-2/10">
            <a:extLst xmlns:a="http://schemas.openxmlformats.org/drawingml/2006/main">
              <a:ext uri="{FF2B5EF4-FFF2-40B4-BE49-F238E27FC236}">
                <a16:creationId xmlns:a16="http://schemas.microsoft.com/office/drawing/2014/main" id="{FFE173AF-83C8-47F5-A8F0-18F2DE5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524500"/>
            <a:ext cx="76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6000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471958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data-file/1">
            <a:extLst xmlns:a="http://schemas.openxmlformats.org/drawingml/2006/main">
              <a:ext uri="{FF2B5EF4-FFF2-40B4-BE49-F238E27FC236}">
                <a16:creationId xmlns:a16="http://schemas.microsoft.com/office/drawing/2014/main" id="{7655FAA1-C4D4-44E5-AA45-70777770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>
              <a:alpha val="8000"/>
            </a:srgbClr>
          </a:solidFill>
          <a:ln xmlns:a="http://schemas.openxmlformats.org/drawingml/2006/main" w="19050">
            <a:solidFill>
              <a:srgbClr val="FFB800"/>
            </a:solidFill>
            <a:prstDash val="solid"/>
          </a:ln>
        </p:spPr>
      </p:sp>
      <p:sp>
        <p:nvSpPr>
          <p:cNvPr id="2" name="data-file/2">
            <a:extLst xmlns:a="http://schemas.openxmlformats.org/drawingml/2006/main">
              <a:ext uri="{FF2B5EF4-FFF2-40B4-BE49-F238E27FC236}">
                <a16:creationId xmlns:a16="http://schemas.microsoft.com/office/drawing/2014/main" id="{EB4E161A-8B02-436E-81D4-FAA55B5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1905000" cy="1905000"/>
          </a:xfrm>
          <a:custGeom xmlns:a="http://schemas.openxmlformats.org/drawingml/2006/main">
            <a:pathLst>
              <a:path w="952500" h="952500">
                <a:moveTo>
                  <a:pt x="285750" y="161925"/>
                </a:moveTo>
                <a:lnTo>
                  <a:pt x="561975" y="161925"/>
                </a:lnTo>
                <a:lnTo>
                  <a:pt x="704850" y="304800"/>
                </a:lnTo>
                <a:lnTo>
                  <a:pt x="704850" y="762000"/>
                </a:lnTo>
                <a:lnTo>
                  <a:pt x="285750" y="762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B800"/>
            </a:solidFill>
            <a:prstDash val="solid"/>
          </a:ln>
        </p:spPr>
      </p:sp>
      <p:sp>
        <p:nvSpPr>
          <p:cNvPr id="3" name="data-file/3">
            <a:extLst xmlns:a="http://schemas.openxmlformats.org/drawingml/2006/main">
              <a:ext uri="{FF2B5EF4-FFF2-40B4-BE49-F238E27FC236}">
                <a16:creationId xmlns:a16="http://schemas.microsoft.com/office/drawing/2014/main" id="{6AFE8DE4-E85A-421C-B93F-ACD499B5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1905000" cy="1905000"/>
          </a:xfrm>
          <a:custGeom xmlns:a="http://schemas.openxmlformats.org/drawingml/2006/main">
            <a:pathLst>
              <a:path w="952500" h="952500">
                <a:moveTo>
                  <a:pt x="561975" y="161925"/>
                </a:moveTo>
                <a:lnTo>
                  <a:pt x="561975" y="304800"/>
                </a:lnTo>
                <a:lnTo>
                  <a:pt x="70485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B800"/>
            </a:solidFill>
            <a:prstDash val="solid"/>
          </a:ln>
        </p:spPr>
      </p:sp>
      <p:sp>
        <p:nvSpPr>
          <p:cNvPr id="4" name="data-file/4">
            <a:extLst xmlns:a="http://schemas.openxmlformats.org/drawingml/2006/main">
              <a:ext uri="{FF2B5EF4-FFF2-40B4-BE49-F238E27FC236}">
                <a16:creationId xmlns:a16="http://schemas.microsoft.com/office/drawing/2014/main" id="{1948335E-766D-415F-8AAB-D6577F5F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34450" y="41148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800"/>
            </a:solidFill>
            <a:prstDash val="solid"/>
          </a:ln>
        </p:spPr>
      </p:sp>
      <p:sp>
        <p:nvSpPr>
          <p:cNvPr id="5" name="data-file/5">
            <a:extLst xmlns:a="http://schemas.openxmlformats.org/drawingml/2006/main">
              <a:ext uri="{FF2B5EF4-FFF2-40B4-BE49-F238E27FC236}">
                <a16:creationId xmlns:a16="http://schemas.microsoft.com/office/drawing/2014/main" id="{6AF19F87-9753-4FAE-802E-EE552803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34450" y="43434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800"/>
            </a:solidFill>
            <a:prstDash val="solid"/>
          </a:ln>
        </p:spPr>
      </p:sp>
      <p:sp>
        <p:nvSpPr>
          <p:cNvPr id="6" name="data-file/6">
            <a:extLst xmlns:a="http://schemas.openxmlformats.org/drawingml/2006/main">
              <a:ext uri="{FF2B5EF4-FFF2-40B4-BE49-F238E27FC236}">
                <a16:creationId xmlns:a16="http://schemas.microsoft.com/office/drawing/2014/main" id="{3FE0A1D8-A20F-49C2-AD81-82A05B37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34450" y="45720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800"/>
            </a:solidFill>
            <a:prstDash val="solid"/>
          </a:ln>
        </p:spPr>
      </p:sp>
      <p:sp>
        <p:nvSpPr>
          <p:cNvPr id="7" name="branch-0/7">
            <a:extLst xmlns:a="http://schemas.openxmlformats.org/drawingml/2006/main">
              <a:ext uri="{FF2B5EF4-FFF2-40B4-BE49-F238E27FC236}">
                <a16:creationId xmlns:a16="http://schemas.microsoft.com/office/drawing/2014/main" id="{241CE67F-64D2-43BA-98F7-7483246E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43375" y="5143500"/>
            <a:ext cx="5000625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8" name="option-0/8">
            <a:extLst xmlns:a="http://schemas.openxmlformats.org/drawingml/2006/main">
              <a:ext uri="{FF2B5EF4-FFF2-40B4-BE49-F238E27FC236}">
                <a16:creationId xmlns:a16="http://schemas.microsoft.com/office/drawing/2014/main" id="{4A1E08F2-8077-4280-9EB8-48248BE8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667500"/>
            <a:ext cx="36195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/>
            </a:solidFill>
            <a:prstDash val="solid"/>
          </a:ln>
        </p:spPr>
      </p:sp>
      <p:sp>
        <p:nvSpPr>
          <p:cNvPr id="9" name="option-0/9">
            <a:extLst xmlns:a="http://schemas.openxmlformats.org/drawingml/2006/main">
              <a:ext uri="{FF2B5EF4-FFF2-40B4-BE49-F238E27FC236}">
                <a16:creationId xmlns:a16="http://schemas.microsoft.com/office/drawing/2014/main" id="{C0511AEB-B078-461C-BDDC-3135C9E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0389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معلومات عنك؟</a:t>
            </a:r>
          </a:p>
        </p:txBody>
      </p:sp>
      <p:sp>
        <p:nvSpPr>
          <p:cNvPr id="10" name="branch-1/10">
            <a:extLst xmlns:a="http://schemas.openxmlformats.org/drawingml/2006/main">
              <a:ext uri="{FF2B5EF4-FFF2-40B4-BE49-F238E27FC236}">
                <a16:creationId xmlns:a16="http://schemas.microsoft.com/office/drawing/2014/main" id="{DF9D2EF1-1280-4495-80C5-CE1984BD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44000" y="5143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11" name="option-1/11">
            <a:extLst xmlns:a="http://schemas.openxmlformats.org/drawingml/2006/main">
              <a:ext uri="{FF2B5EF4-FFF2-40B4-BE49-F238E27FC236}">
                <a16:creationId xmlns:a16="http://schemas.microsoft.com/office/drawing/2014/main" id="{FBA14A94-D522-471D-B3FC-F59E99B4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67500"/>
            <a:ext cx="36195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/>
            </a:solidFill>
            <a:prstDash val="solid"/>
          </a:ln>
        </p:spPr>
      </p:sp>
      <p:sp>
        <p:nvSpPr>
          <p:cNvPr id="12" name="option-1/12">
            <a:extLst xmlns:a="http://schemas.openxmlformats.org/drawingml/2006/main">
              <a:ext uri="{FF2B5EF4-FFF2-40B4-BE49-F238E27FC236}">
                <a16:creationId xmlns:a16="http://schemas.microsoft.com/office/drawing/2014/main" id="{367D6397-E1C5-41BF-8B80-3350091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0389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تفضيلاتك؟</a:t>
            </a:r>
          </a:p>
        </p:txBody>
      </p:sp>
      <p:sp>
        <p:nvSpPr>
          <p:cNvPr id="13" name="branch-2/13">
            <a:extLst xmlns:a="http://schemas.openxmlformats.org/drawingml/2006/main">
              <a:ext uri="{FF2B5EF4-FFF2-40B4-BE49-F238E27FC236}">
                <a16:creationId xmlns:a16="http://schemas.microsoft.com/office/drawing/2014/main" id="{E6189393-7EDB-4F3D-BE5B-0921C2A8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44000" y="5143500"/>
            <a:ext cx="5000625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14" name="option-2/14">
            <a:extLst xmlns:a="http://schemas.openxmlformats.org/drawingml/2006/main">
              <a:ext uri="{FF2B5EF4-FFF2-40B4-BE49-F238E27FC236}">
                <a16:creationId xmlns:a16="http://schemas.microsoft.com/office/drawing/2014/main" id="{73A2D1DD-3ABC-4F29-8391-EC97DB80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667500"/>
            <a:ext cx="36195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/>
            </a:solidFill>
            <a:prstDash val="solid"/>
          </a:ln>
        </p:spPr>
      </p:sp>
      <p:sp>
        <p:nvSpPr>
          <p:cNvPr id="15" name="option-2/15">
            <a:extLst xmlns:a="http://schemas.openxmlformats.org/drawingml/2006/main">
              <a:ext uri="{FF2B5EF4-FFF2-40B4-BE49-F238E27FC236}">
                <a16:creationId xmlns:a16="http://schemas.microsoft.com/office/drawing/2014/main" id="{7E9F62EE-D30D-4FFF-B8E7-F2DF4C6F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0389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تتبع نشاطك؟</a:t>
            </a:r>
          </a:p>
        </p:txBody>
      </p:sp>
    </p:spTree>
    <p:extLst>
      <p:ext uri="{BB962C8B-B14F-4D97-AF65-F5344CB8AC3E}">
        <p14:creationId xmlns:p14="http://schemas.microsoft.com/office/powerpoint/2010/main" val="75203689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node-0/1">
            <a:extLst xmlns:a="http://schemas.openxmlformats.org/drawingml/2006/main">
              <a:ext uri="{FF2B5EF4-FFF2-40B4-BE49-F238E27FC236}">
                <a16:creationId xmlns:a16="http://schemas.microsoft.com/office/drawing/2014/main" id="{DE493AC0-C763-4E72-9FE6-D2ADFB68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8B7BFF"/>
            </a:solidFill>
            <a:prstDash val="solid"/>
          </a:ln>
        </p:spPr>
      </p:sp>
      <p:sp>
        <p:nvSpPr>
          <p:cNvPr id="2" name="node-0/2">
            <a:extLst xmlns:a="http://schemas.openxmlformats.org/drawingml/2006/main">
              <a:ext uri="{FF2B5EF4-FFF2-40B4-BE49-F238E27FC236}">
                <a16:creationId xmlns:a16="http://schemas.microsoft.com/office/drawing/2014/main" id="{6572C675-5C30-491B-BFD7-B36AF5BC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75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3" name="node-1/3">
            <a:extLst xmlns:a="http://schemas.openxmlformats.org/drawingml/2006/main">
              <a:ext uri="{FF2B5EF4-FFF2-40B4-BE49-F238E27FC236}">
                <a16:creationId xmlns:a16="http://schemas.microsoft.com/office/drawing/2014/main" id="{1B31FB13-EABC-41A2-8BBF-36DF4A28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/>
            </a:solidFill>
            <a:prstDash val="solid"/>
          </a:ln>
        </p:spPr>
      </p:sp>
      <p:sp>
        <p:nvSpPr>
          <p:cNvPr id="4" name="node-1/4">
            <a:extLst xmlns:a="http://schemas.openxmlformats.org/drawingml/2006/main">
              <a:ext uri="{FF2B5EF4-FFF2-40B4-BE49-F238E27FC236}">
                <a16:creationId xmlns:a16="http://schemas.microsoft.com/office/drawing/2014/main" id="{BA4330CE-C7A9-4529-90F4-92747B0C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75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5" name="node-2/5">
            <a:extLst xmlns:a="http://schemas.openxmlformats.org/drawingml/2006/main">
              <a:ext uri="{FF2B5EF4-FFF2-40B4-BE49-F238E27FC236}">
                <a16:creationId xmlns:a16="http://schemas.microsoft.com/office/drawing/2014/main" id="{01DC6CD8-CA54-4BE0-9907-0E139A53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381500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8B7BFF"/>
            </a:solidFill>
            <a:prstDash val="solid"/>
          </a:ln>
        </p:spPr>
      </p:sp>
      <p:sp>
        <p:nvSpPr>
          <p:cNvPr id="6" name="node-2/6">
            <a:extLst xmlns:a="http://schemas.openxmlformats.org/drawingml/2006/main">
              <a:ext uri="{FF2B5EF4-FFF2-40B4-BE49-F238E27FC236}">
                <a16:creationId xmlns:a16="http://schemas.microsoft.com/office/drawing/2014/main" id="{84F7C2E3-BF41-4FF8-B671-5A5D840C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762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325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Website Server</a:t>
            </a:r>
          </a:p>
        </p:txBody>
      </p:sp>
      <p:sp>
        <p:nvSpPr>
          <p:cNvPr id="7" name="user-icon/7">
            <a:extLst xmlns:a="http://schemas.openxmlformats.org/drawingml/2006/main">
              <a:ext uri="{FF2B5EF4-FFF2-40B4-BE49-F238E27FC236}">
                <a16:creationId xmlns:a16="http://schemas.microsoft.com/office/drawing/2014/main" id="{18694726-B6F3-42C2-BFCC-FBFE2BBA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562" y="2933700"/>
            <a:ext cx="341376" cy="34137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8" name="user-icon/8">
            <a:extLst xmlns:a="http://schemas.openxmlformats.org/drawingml/2006/main">
              <a:ext uri="{FF2B5EF4-FFF2-40B4-BE49-F238E27FC236}">
                <a16:creationId xmlns:a16="http://schemas.microsoft.com/office/drawing/2014/main" id="{D3EEA15E-6E08-4B0A-8F19-A6981F6B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33700"/>
            <a:ext cx="1066800" cy="10668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9" name="browser-icon/9">
            <a:extLst xmlns:a="http://schemas.openxmlformats.org/drawingml/2006/main">
              <a:ext uri="{FF2B5EF4-FFF2-40B4-BE49-F238E27FC236}">
                <a16:creationId xmlns:a16="http://schemas.microsoft.com/office/drawing/2014/main" id="{F264F7A0-F9D9-4A1D-A042-8C5EEA3F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0375"/>
            <a:ext cx="1066800" cy="746760"/>
          </a:xfrm>
          <a:prstGeom xmlns:a="http://schemas.openxmlformats.org/drawingml/2006/main" prst="roundRect">
            <a:avLst>
              <a:gd name="adj" fmla="val 1275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-icon/10">
            <a:extLst xmlns:a="http://schemas.openxmlformats.org/drawingml/2006/main">
              <a:ext uri="{FF2B5EF4-FFF2-40B4-BE49-F238E27FC236}">
                <a16:creationId xmlns:a16="http://schemas.microsoft.com/office/drawing/2014/main" id="{361FA174-7A03-4D8D-B9A3-E990382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0600" y="3192399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-icon/11">
            <a:extLst xmlns:a="http://schemas.openxmlformats.org/drawingml/2006/main">
              <a:ext uri="{FF2B5EF4-FFF2-40B4-BE49-F238E27FC236}">
                <a16:creationId xmlns:a16="http://schemas.microsoft.com/office/drawing/2014/main" id="{5DC31ACE-800B-46A0-A951-AD4EFF2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12" y="3075051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-icon/12">
            <a:extLst xmlns:a="http://schemas.openxmlformats.org/drawingml/2006/main">
              <a:ext uri="{FF2B5EF4-FFF2-40B4-BE49-F238E27FC236}">
                <a16:creationId xmlns:a16="http://schemas.microsoft.com/office/drawing/2014/main" id="{9DB2EACA-494B-419C-8C28-E4E06C42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624" y="3075051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rver-icon/13">
            <a:extLst xmlns:a="http://schemas.openxmlformats.org/drawingml/2006/main">
              <a:ext uri="{FF2B5EF4-FFF2-40B4-BE49-F238E27FC236}">
                <a16:creationId xmlns:a16="http://schemas.microsoft.com/office/drawing/2014/main" id="{6634716E-8EBD-4334-B5D1-DE21C0BE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809875"/>
            <a:ext cx="1066800" cy="234696"/>
          </a:xfrm>
          <a:prstGeom xmlns:a="http://schemas.openxmlformats.org/drawingml/2006/main" prst="roundRect">
            <a:avLst>
              <a:gd name="adj" fmla="val 3246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4" name="server-icon/14">
            <a:extLst xmlns:a="http://schemas.openxmlformats.org/drawingml/2006/main">
              <a:ext uri="{FF2B5EF4-FFF2-40B4-BE49-F238E27FC236}">
                <a16:creationId xmlns:a16="http://schemas.microsoft.com/office/drawing/2014/main" id="{0F666769-C69B-4442-A4B3-BB21E40E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8030" y="289521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rver-icon/15">
            <a:extLst xmlns:a="http://schemas.openxmlformats.org/drawingml/2006/main">
              <a:ext uri="{FF2B5EF4-FFF2-40B4-BE49-F238E27FC236}">
                <a16:creationId xmlns:a16="http://schemas.microsoft.com/office/drawing/2014/main" id="{739427F3-02FE-43CE-9D88-E494DA3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910054" y="2921889"/>
            <a:ext cx="554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16" name="server-icon/16">
            <a:extLst xmlns:a="http://schemas.openxmlformats.org/drawingml/2006/main">
              <a:ext uri="{FF2B5EF4-FFF2-40B4-BE49-F238E27FC236}">
                <a16:creationId xmlns:a16="http://schemas.microsoft.com/office/drawing/2014/main" id="{157E8695-1AB1-4DAF-AEEF-5794A5FF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108579"/>
            <a:ext cx="1066800" cy="234696"/>
          </a:xfrm>
          <a:prstGeom xmlns:a="http://schemas.openxmlformats.org/drawingml/2006/main" prst="roundRect">
            <a:avLst>
              <a:gd name="adj" fmla="val 3246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7" name="server-icon/17">
            <a:extLst xmlns:a="http://schemas.openxmlformats.org/drawingml/2006/main">
              <a:ext uri="{FF2B5EF4-FFF2-40B4-BE49-F238E27FC236}">
                <a16:creationId xmlns:a16="http://schemas.microsoft.com/office/drawing/2014/main" id="{4F5C4EC9-243D-4A36-89B0-C69C42E4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8030" y="319392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rver-icon/18">
            <a:extLst xmlns:a="http://schemas.openxmlformats.org/drawingml/2006/main">
              <a:ext uri="{FF2B5EF4-FFF2-40B4-BE49-F238E27FC236}">
                <a16:creationId xmlns:a16="http://schemas.microsoft.com/office/drawing/2014/main" id="{8761BC68-D781-4DE1-90B3-987004E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910054" y="3220593"/>
            <a:ext cx="554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19" name="server-icon/19">
            <a:extLst xmlns:a="http://schemas.openxmlformats.org/drawingml/2006/main">
              <a:ext uri="{FF2B5EF4-FFF2-40B4-BE49-F238E27FC236}">
                <a16:creationId xmlns:a16="http://schemas.microsoft.com/office/drawing/2014/main" id="{FA063CEF-E316-4350-ABE5-07DF6180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407283"/>
            <a:ext cx="1066800" cy="234696"/>
          </a:xfrm>
          <a:prstGeom xmlns:a="http://schemas.openxmlformats.org/drawingml/2006/main" prst="roundRect">
            <a:avLst>
              <a:gd name="adj" fmla="val 3246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20" name="server-icon/20">
            <a:extLst xmlns:a="http://schemas.openxmlformats.org/drawingml/2006/main">
              <a:ext uri="{FF2B5EF4-FFF2-40B4-BE49-F238E27FC236}">
                <a16:creationId xmlns:a16="http://schemas.microsoft.com/office/drawing/2014/main" id="{005EB40D-A9E9-4CA3-B7CE-26031F94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8030" y="349262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rver-icon/21">
            <a:extLst xmlns:a="http://schemas.openxmlformats.org/drawingml/2006/main">
              <a:ext uri="{FF2B5EF4-FFF2-40B4-BE49-F238E27FC236}">
                <a16:creationId xmlns:a16="http://schemas.microsoft.com/office/drawing/2014/main" id="{83C89415-D3DC-4E8D-A861-E33F1CDE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910054" y="3519297"/>
            <a:ext cx="554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2" name="request-user/22">
            <a:extLst xmlns:a="http://schemas.openxmlformats.org/drawingml/2006/main">
              <a:ext uri="{FF2B5EF4-FFF2-40B4-BE49-F238E27FC236}">
                <a16:creationId xmlns:a16="http://schemas.microsoft.com/office/drawing/2014/main" id="{B3D3136D-4640-4A7D-A8F1-F1187239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72000" y="5143500"/>
            <a:ext cx="307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23" name="request-user/23">
            <a:extLst xmlns:a="http://schemas.openxmlformats.org/drawingml/2006/main">
              <a:ext uri="{FF2B5EF4-FFF2-40B4-BE49-F238E27FC236}">
                <a16:creationId xmlns:a16="http://schemas.microsoft.com/office/drawing/2014/main" id="{8DEB2E49-80F3-4F0E-BFB0-5699F8DC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04825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24" name="request-server/24">
            <a:extLst xmlns:a="http://schemas.openxmlformats.org/drawingml/2006/main">
              <a:ext uri="{FF2B5EF4-FFF2-40B4-BE49-F238E27FC236}">
                <a16:creationId xmlns:a16="http://schemas.microsoft.com/office/drawing/2014/main" id="{057BAA3C-13EE-42E5-827E-D156D28A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72750" y="51435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25" name="request-server/25">
            <a:extLst xmlns:a="http://schemas.openxmlformats.org/drawingml/2006/main">
              <a:ext uri="{FF2B5EF4-FFF2-40B4-BE49-F238E27FC236}">
                <a16:creationId xmlns:a16="http://schemas.microsoft.com/office/drawing/2014/main" id="{80D50105-AF31-4733-B284-94881AC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04825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5F7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89968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node-0/1">
            <a:extLst xmlns:a="http://schemas.openxmlformats.org/drawingml/2006/main">
              <a:ext uri="{FF2B5EF4-FFF2-40B4-BE49-F238E27FC236}">
                <a16:creationId xmlns:a16="http://schemas.microsoft.com/office/drawing/2014/main" id="{1538E7A4-985C-4FB9-8B61-BC274E09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8B7BFF"/>
            </a:solidFill>
            <a:prstDash val="solid"/>
          </a:ln>
        </p:spPr>
      </p:sp>
      <p:sp>
        <p:nvSpPr>
          <p:cNvPr id="2" name="node-0/2">
            <a:extLst xmlns:a="http://schemas.openxmlformats.org/drawingml/2006/main">
              <a:ext uri="{FF2B5EF4-FFF2-40B4-BE49-F238E27FC236}">
                <a16:creationId xmlns:a16="http://schemas.microsoft.com/office/drawing/2014/main" id="{54457883-0B9E-4EE9-8D63-4D0E4975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75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User</a:t>
            </a:r>
          </a:p>
        </p:txBody>
      </p:sp>
      <p:sp>
        <p:nvSpPr>
          <p:cNvPr id="3" name="node-1/3">
            <a:extLst xmlns:a="http://schemas.openxmlformats.org/drawingml/2006/main">
              <a:ext uri="{FF2B5EF4-FFF2-40B4-BE49-F238E27FC236}">
                <a16:creationId xmlns:a16="http://schemas.microsoft.com/office/drawing/2014/main" id="{BD376320-880C-4208-BF2E-8BA1D370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00D9FF"/>
            </a:solidFill>
            <a:prstDash val="solid"/>
          </a:ln>
        </p:spPr>
      </p:sp>
      <p:sp>
        <p:nvSpPr>
          <p:cNvPr id="4" name="node-1/4">
            <a:extLst xmlns:a="http://schemas.openxmlformats.org/drawingml/2006/main">
              <a:ext uri="{FF2B5EF4-FFF2-40B4-BE49-F238E27FC236}">
                <a16:creationId xmlns:a16="http://schemas.microsoft.com/office/drawing/2014/main" id="{CADCDE20-65F6-41AD-916A-107EE41E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75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Browser</a:t>
            </a:r>
          </a:p>
        </p:txBody>
      </p:sp>
      <p:sp>
        <p:nvSpPr>
          <p:cNvPr id="5" name="node-2/5">
            <a:extLst xmlns:a="http://schemas.openxmlformats.org/drawingml/2006/main">
              <a:ext uri="{FF2B5EF4-FFF2-40B4-BE49-F238E27FC236}">
                <a16:creationId xmlns:a16="http://schemas.microsoft.com/office/drawing/2014/main" id="{83A81DD7-F316-4217-BD51-47200B68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381500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9050">
            <a:solidFill>
              <a:srgbClr val="8B7BFF"/>
            </a:solidFill>
            <a:prstDash val="solid"/>
          </a:ln>
        </p:spPr>
      </p:sp>
      <p:sp>
        <p:nvSpPr>
          <p:cNvPr id="6" name="node-2/6">
            <a:extLst xmlns:a="http://schemas.openxmlformats.org/drawingml/2006/main">
              <a:ext uri="{FF2B5EF4-FFF2-40B4-BE49-F238E27FC236}">
                <a16:creationId xmlns:a16="http://schemas.microsoft.com/office/drawing/2014/main" id="{0EA1D875-3FEF-4C61-9A4D-F1A25E68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762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325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Website Server</a:t>
            </a:r>
          </a:p>
        </p:txBody>
      </p:sp>
      <p:sp>
        <p:nvSpPr>
          <p:cNvPr id="7" name="user-icon/7">
            <a:extLst xmlns:a="http://schemas.openxmlformats.org/drawingml/2006/main">
              <a:ext uri="{FF2B5EF4-FFF2-40B4-BE49-F238E27FC236}">
                <a16:creationId xmlns:a16="http://schemas.microsoft.com/office/drawing/2014/main" id="{445FDB18-94C1-41B2-A384-BA43AC87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562" y="2933700"/>
            <a:ext cx="341376" cy="34137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8" name="user-icon/8">
            <a:extLst xmlns:a="http://schemas.openxmlformats.org/drawingml/2006/main">
              <a:ext uri="{FF2B5EF4-FFF2-40B4-BE49-F238E27FC236}">
                <a16:creationId xmlns:a16="http://schemas.microsoft.com/office/drawing/2014/main" id="{14B11A75-097A-4878-9D7D-23FC0A8E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33700"/>
            <a:ext cx="1066800" cy="106680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9" name="browser-icon/9">
            <a:extLst xmlns:a="http://schemas.openxmlformats.org/drawingml/2006/main">
              <a:ext uri="{FF2B5EF4-FFF2-40B4-BE49-F238E27FC236}">
                <a16:creationId xmlns:a16="http://schemas.microsoft.com/office/drawing/2014/main" id="{495CB10C-5260-455F-B964-65A8C59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0375"/>
            <a:ext cx="1066800" cy="746760"/>
          </a:xfrm>
          <a:prstGeom xmlns:a="http://schemas.openxmlformats.org/drawingml/2006/main" prst="roundRect">
            <a:avLst>
              <a:gd name="adj" fmla="val 1275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0" name="browser-icon/10">
            <a:extLst xmlns:a="http://schemas.openxmlformats.org/drawingml/2006/main">
              <a:ext uri="{FF2B5EF4-FFF2-40B4-BE49-F238E27FC236}">
                <a16:creationId xmlns:a16="http://schemas.microsoft.com/office/drawing/2014/main" id="{23E9E215-264D-4B43-BD48-437195E5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0600" y="3192399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11" name="browser-icon/11">
            <a:extLst xmlns:a="http://schemas.openxmlformats.org/drawingml/2006/main">
              <a:ext uri="{FF2B5EF4-FFF2-40B4-BE49-F238E27FC236}">
                <a16:creationId xmlns:a16="http://schemas.microsoft.com/office/drawing/2014/main" id="{51BDE1C9-CC1F-4C13-BC37-B5AB8E52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612" y="3075051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-icon/12">
            <a:extLst xmlns:a="http://schemas.openxmlformats.org/drawingml/2006/main">
              <a:ext uri="{FF2B5EF4-FFF2-40B4-BE49-F238E27FC236}">
                <a16:creationId xmlns:a16="http://schemas.microsoft.com/office/drawing/2014/main" id="{8F542893-D165-4A54-9863-82F8A974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624" y="3075051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rver-icon/13">
            <a:extLst xmlns:a="http://schemas.openxmlformats.org/drawingml/2006/main">
              <a:ext uri="{FF2B5EF4-FFF2-40B4-BE49-F238E27FC236}">
                <a16:creationId xmlns:a16="http://schemas.microsoft.com/office/drawing/2014/main" id="{66DAF6F9-89B1-4475-93B4-E01835A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809875"/>
            <a:ext cx="1066800" cy="234696"/>
          </a:xfrm>
          <a:prstGeom xmlns:a="http://schemas.openxmlformats.org/drawingml/2006/main" prst="roundRect">
            <a:avLst>
              <a:gd name="adj" fmla="val 3246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4" name="server-icon/14">
            <a:extLst xmlns:a="http://schemas.openxmlformats.org/drawingml/2006/main">
              <a:ext uri="{FF2B5EF4-FFF2-40B4-BE49-F238E27FC236}">
                <a16:creationId xmlns:a16="http://schemas.microsoft.com/office/drawing/2014/main" id="{6AB07E27-8503-445F-ADEC-A72B033A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8030" y="289521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rver-icon/15">
            <a:extLst xmlns:a="http://schemas.openxmlformats.org/drawingml/2006/main">
              <a:ext uri="{FF2B5EF4-FFF2-40B4-BE49-F238E27FC236}">
                <a16:creationId xmlns:a16="http://schemas.microsoft.com/office/drawing/2014/main" id="{65A7FB25-D8C9-4A69-8F27-60D86EFA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910054" y="2921889"/>
            <a:ext cx="554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16" name="server-icon/16">
            <a:extLst xmlns:a="http://schemas.openxmlformats.org/drawingml/2006/main">
              <a:ext uri="{FF2B5EF4-FFF2-40B4-BE49-F238E27FC236}">
                <a16:creationId xmlns:a16="http://schemas.microsoft.com/office/drawing/2014/main" id="{EBE25F8C-3329-4B75-A8AD-31AF934C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108579"/>
            <a:ext cx="1066800" cy="234696"/>
          </a:xfrm>
          <a:prstGeom xmlns:a="http://schemas.openxmlformats.org/drawingml/2006/main" prst="roundRect">
            <a:avLst>
              <a:gd name="adj" fmla="val 3246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17" name="server-icon/17">
            <a:extLst xmlns:a="http://schemas.openxmlformats.org/drawingml/2006/main">
              <a:ext uri="{FF2B5EF4-FFF2-40B4-BE49-F238E27FC236}">
                <a16:creationId xmlns:a16="http://schemas.microsoft.com/office/drawing/2014/main" id="{B9F80F41-1854-4DFE-BBA4-4798EBB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8030" y="319392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rver-icon/18">
            <a:extLst xmlns:a="http://schemas.openxmlformats.org/drawingml/2006/main">
              <a:ext uri="{FF2B5EF4-FFF2-40B4-BE49-F238E27FC236}">
                <a16:creationId xmlns:a16="http://schemas.microsoft.com/office/drawing/2014/main" id="{D0B61424-9C95-43D4-B4D5-D1153152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910054" y="3220593"/>
            <a:ext cx="554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19" name="server-icon/19">
            <a:extLst xmlns:a="http://schemas.openxmlformats.org/drawingml/2006/main">
              <a:ext uri="{FF2B5EF4-FFF2-40B4-BE49-F238E27FC236}">
                <a16:creationId xmlns:a16="http://schemas.microsoft.com/office/drawing/2014/main" id="{C1421CD3-C40E-47BB-ADB0-06A26B4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407283"/>
            <a:ext cx="1066800" cy="234696"/>
          </a:xfrm>
          <a:prstGeom xmlns:a="http://schemas.openxmlformats.org/drawingml/2006/main" prst="roundRect">
            <a:avLst>
              <a:gd name="adj" fmla="val 3246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B7BFF"/>
            </a:solidFill>
            <a:prstDash val="solid"/>
          </a:ln>
        </p:spPr>
      </p:sp>
      <p:sp>
        <p:nvSpPr>
          <p:cNvPr id="20" name="server-icon/20">
            <a:extLst xmlns:a="http://schemas.openxmlformats.org/drawingml/2006/main">
              <a:ext uri="{FF2B5EF4-FFF2-40B4-BE49-F238E27FC236}">
                <a16:creationId xmlns:a16="http://schemas.microsoft.com/office/drawing/2014/main" id="{C646B97B-3E50-4234-943E-8E5E83DD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8030" y="3492627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rver-icon/21">
            <a:extLst xmlns:a="http://schemas.openxmlformats.org/drawingml/2006/main">
              <a:ext uri="{FF2B5EF4-FFF2-40B4-BE49-F238E27FC236}">
                <a16:creationId xmlns:a16="http://schemas.microsoft.com/office/drawing/2014/main" id="{CE3B0279-E3CE-4B86-94EA-8687A45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910054" y="3519297"/>
            <a:ext cx="554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7BFF"/>
            </a:solidFill>
            <a:prstDash val="solid"/>
          </a:ln>
        </p:spPr>
      </p:sp>
      <p:sp>
        <p:nvSpPr>
          <p:cNvPr id="22" name="request-user/22">
            <a:extLst xmlns:a="http://schemas.openxmlformats.org/drawingml/2006/main">
              <a:ext uri="{FF2B5EF4-FFF2-40B4-BE49-F238E27FC236}">
                <a16:creationId xmlns:a16="http://schemas.microsoft.com/office/drawing/2014/main" id="{46F993C1-C195-439E-960C-C812D0BA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72000" y="5143500"/>
            <a:ext cx="307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23" name="request-user/23">
            <a:extLst xmlns:a="http://schemas.openxmlformats.org/drawingml/2006/main">
              <a:ext uri="{FF2B5EF4-FFF2-40B4-BE49-F238E27FC236}">
                <a16:creationId xmlns:a16="http://schemas.microsoft.com/office/drawing/2014/main" id="{32066177-3914-44C6-B88C-79EAE46E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04825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24" name="request-server/24">
            <a:extLst xmlns:a="http://schemas.openxmlformats.org/drawingml/2006/main">
              <a:ext uri="{FF2B5EF4-FFF2-40B4-BE49-F238E27FC236}">
                <a16:creationId xmlns:a16="http://schemas.microsoft.com/office/drawing/2014/main" id="{274683C6-0204-4556-89FE-2D5AC938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72750" y="51435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25" name="request-server/25">
            <a:extLst xmlns:a="http://schemas.openxmlformats.org/drawingml/2006/main">
              <a:ext uri="{FF2B5EF4-FFF2-40B4-BE49-F238E27FC236}">
                <a16:creationId xmlns:a16="http://schemas.microsoft.com/office/drawing/2014/main" id="{D28EDBC3-BF0E-4A7E-A02F-B397B8FF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04825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952500" y="4762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26" name="return/26">
            <a:extLst xmlns:a="http://schemas.openxmlformats.org/drawingml/2006/main">
              <a:ext uri="{FF2B5EF4-FFF2-40B4-BE49-F238E27FC236}">
                <a16:creationId xmlns:a16="http://schemas.microsoft.com/office/drawing/2014/main" id="{D0356505-77CF-4343-8C5C-D1EEF35D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82250" y="68580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27" name="return/27">
            <a:extLst xmlns:a="http://schemas.openxmlformats.org/drawingml/2006/main">
              <a:ext uri="{FF2B5EF4-FFF2-40B4-BE49-F238E27FC236}">
                <a16:creationId xmlns:a16="http://schemas.microsoft.com/office/drawing/2014/main" id="{1BCF0E17-DBF1-45D7-8E99-1FBA2B05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762750"/>
            <a:ext cx="133350" cy="190500"/>
          </a:xfrm>
          <a:custGeom xmlns:a="http://schemas.openxmlformats.org/drawingml/2006/main">
            <a:pathLst>
              <a:path w="952500" h="952500">
                <a:moveTo>
                  <a:pt x="952500" y="0"/>
                </a:moveTo>
                <a:lnTo>
                  <a:pt x="0" y="476250"/>
                </a:lnTo>
                <a:lnTo>
                  <a:pt x="95250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B800"/>
            </a:solidFill>
            <a:prstDash val="solid"/>
          </a:ln>
        </p:spPr>
      </p:sp>
      <p:sp>
        <p:nvSpPr>
          <p:cNvPr id="28" name="session-cookie/28">
            <a:extLst xmlns:a="http://schemas.openxmlformats.org/drawingml/2006/main">
              <a:ext uri="{FF2B5EF4-FFF2-40B4-BE49-F238E27FC236}">
                <a16:creationId xmlns:a16="http://schemas.microsoft.com/office/drawing/2014/main" id="{64FE0C40-CB46-472E-9029-46D457D5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4770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ssion-cookie/29">
            <a:extLst xmlns:a="http://schemas.openxmlformats.org/drawingml/2006/main">
              <a:ext uri="{FF2B5EF4-FFF2-40B4-BE49-F238E27FC236}">
                <a16:creationId xmlns:a16="http://schemas.microsoft.com/office/drawing/2014/main" id="{EDDF338A-7A40-44C3-8FB0-DBBECA31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659880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ession-cookie/30">
            <a:extLst xmlns:a="http://schemas.openxmlformats.org/drawingml/2006/main">
              <a:ext uri="{FF2B5EF4-FFF2-40B4-BE49-F238E27FC236}">
                <a16:creationId xmlns:a16="http://schemas.microsoft.com/office/drawing/2014/main" id="{4B1D169E-6AC5-4885-9CFA-1A4BBA69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095" y="662940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ession-cookie/31">
            <a:extLst xmlns:a="http://schemas.openxmlformats.org/drawingml/2006/main">
              <a:ext uri="{FF2B5EF4-FFF2-40B4-BE49-F238E27FC236}">
                <a16:creationId xmlns:a16="http://schemas.microsoft.com/office/drawing/2014/main" id="{AE163A6F-4949-48EA-A206-63F59AF9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6835140"/>
            <a:ext cx="99060" cy="99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ssion-cookie/32">
            <a:extLst xmlns:a="http://schemas.openxmlformats.org/drawingml/2006/main">
              <a:ext uri="{FF2B5EF4-FFF2-40B4-BE49-F238E27FC236}">
                <a16:creationId xmlns:a16="http://schemas.microsoft.com/office/drawing/2014/main" id="{7684BB1A-EA57-48E4-86D6-BB2F21BB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691134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ssion-cookie/33">
            <a:extLst xmlns:a="http://schemas.openxmlformats.org/drawingml/2006/main">
              <a:ext uri="{FF2B5EF4-FFF2-40B4-BE49-F238E27FC236}">
                <a16:creationId xmlns:a16="http://schemas.microsoft.com/office/drawing/2014/main" id="{E2A8E083-6BA7-4A95-9CD8-B2BAD25A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07136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ssion-cookie/34">
            <a:extLst xmlns:a="http://schemas.openxmlformats.org/drawingml/2006/main">
              <a:ext uri="{FF2B5EF4-FFF2-40B4-BE49-F238E27FC236}">
                <a16:creationId xmlns:a16="http://schemas.microsoft.com/office/drawing/2014/main" id="{6029C050-66EE-48C7-95D1-56F92F8A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7040880"/>
            <a:ext cx="49530" cy="495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ogged-in/35">
            <a:extLst xmlns:a="http://schemas.openxmlformats.org/drawingml/2006/main">
              <a:ext uri="{FF2B5EF4-FFF2-40B4-BE49-F238E27FC236}">
                <a16:creationId xmlns:a16="http://schemas.microsoft.com/office/drawing/2014/main" id="{4BC17642-A33D-4667-BA8D-44C09F59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100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Logged In</a:t>
            </a:r>
          </a:p>
        </p:txBody>
      </p:sp>
    </p:spTree>
    <p:extLst>
      <p:ext uri="{BB962C8B-B14F-4D97-AF65-F5344CB8AC3E}">
        <p14:creationId xmlns:p14="http://schemas.microsoft.com/office/powerpoint/2010/main" val="528982689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owser/1">
            <a:extLst xmlns:a="http://schemas.openxmlformats.org/drawingml/2006/main">
              <a:ext uri="{FF2B5EF4-FFF2-40B4-BE49-F238E27FC236}">
                <a16:creationId xmlns:a16="http://schemas.microsoft.com/office/drawing/2014/main" id="{0EE1468E-1BBE-4659-9150-04222D1F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33500"/>
            <a:ext cx="11430000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browser/2">
            <a:extLst xmlns:a="http://schemas.openxmlformats.org/drawingml/2006/main">
              <a:ext uri="{FF2B5EF4-FFF2-40B4-BE49-F238E27FC236}">
                <a16:creationId xmlns:a16="http://schemas.microsoft.com/office/drawing/2014/main" id="{A9A13587-E2C7-48DB-9BD6-F7C731AB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113919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owser/3">
            <a:extLst xmlns:a="http://schemas.openxmlformats.org/drawingml/2006/main">
              <a:ext uri="{FF2B5EF4-FFF2-40B4-BE49-F238E27FC236}">
                <a16:creationId xmlns:a16="http://schemas.microsoft.com/office/drawing/2014/main" id="{436900DC-2C41-4124-A686-5DB60E87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wser/4">
            <a:extLst xmlns:a="http://schemas.openxmlformats.org/drawingml/2006/main">
              <a:ext uri="{FF2B5EF4-FFF2-40B4-BE49-F238E27FC236}">
                <a16:creationId xmlns:a16="http://schemas.microsoft.com/office/drawing/2014/main" id="{A6460FE9-BF6B-4838-B253-BF130512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wser/5">
            <a:extLst xmlns:a="http://schemas.openxmlformats.org/drawingml/2006/main">
              <a:ext uri="{FF2B5EF4-FFF2-40B4-BE49-F238E27FC236}">
                <a16:creationId xmlns:a16="http://schemas.microsoft.com/office/drawing/2014/main" id="{50D2BBF3-6AC9-48BE-984D-6CC21C46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85900"/>
            <a:ext cx="9048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owser/6">
            <a:extLst xmlns:a="http://schemas.openxmlformats.org/drawingml/2006/main">
              <a:ext uri="{FF2B5EF4-FFF2-40B4-BE49-F238E27FC236}">
                <a16:creationId xmlns:a16="http://schemas.microsoft.com/office/drawing/2014/main" id="{7A7E3D6B-5802-4940-8E2A-5F5252C5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33525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shop.example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B3FE8333-EDF8-489B-99F6-074B2616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29000" y="20193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cart/8">
            <a:extLst xmlns:a="http://schemas.openxmlformats.org/drawingml/2006/main">
              <a:ext uri="{FF2B5EF4-FFF2-40B4-BE49-F238E27FC236}">
                <a16:creationId xmlns:a16="http://schemas.microsoft.com/office/drawing/2014/main" id="{197FDC2E-80FB-4143-9C1D-0AE15577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509" y="3711702"/>
            <a:ext cx="683514" cy="841248"/>
          </a:xfrm>
          <a:prstGeom xmlns:a="http://schemas.openxmlformats.org/drawingml/2006/main" prst="roundRect">
            <a:avLst>
              <a:gd name="adj" fmla="val 9755"/>
            </a:avLst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t/9">
            <a:extLst xmlns:a="http://schemas.openxmlformats.org/drawingml/2006/main">
              <a:ext uri="{FF2B5EF4-FFF2-40B4-BE49-F238E27FC236}">
                <a16:creationId xmlns:a16="http://schemas.microsoft.com/office/drawing/2014/main" id="{4E1473C6-2301-42F8-910B-65C1B5DA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501390"/>
            <a:ext cx="683514" cy="1051560"/>
          </a:xfrm>
          <a:prstGeom xmlns:a="http://schemas.openxmlformats.org/drawingml/2006/main" prst="roundRect">
            <a:avLst>
              <a:gd name="adj" fmla="val 9755"/>
            </a:avLst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t/10">
            <a:extLst xmlns:a="http://schemas.openxmlformats.org/drawingml/2006/main">
              <a:ext uri="{FF2B5EF4-FFF2-40B4-BE49-F238E27FC236}">
                <a16:creationId xmlns:a16="http://schemas.microsoft.com/office/drawing/2014/main" id="{86B350D1-FE18-46D4-ADDB-E3748937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628900" cy="2628900"/>
          </a:xfrm>
          <a:custGeom xmlns:a="http://schemas.openxmlformats.org/drawingml/2006/main">
            <a:pathLst>
              <a:path w="952500" h="952500">
                <a:moveTo>
                  <a:pt x="19050" y="114300"/>
                </a:moveTo>
                <a:lnTo>
                  <a:pt x="152400" y="114300"/>
                </a:lnTo>
                <a:lnTo>
                  <a:pt x="285750" y="638175"/>
                </a:lnTo>
                <a:lnTo>
                  <a:pt x="762000" y="638175"/>
                </a:lnTo>
                <a:lnTo>
                  <a:pt x="866775" y="257175"/>
                </a:lnTo>
                <a:lnTo>
                  <a:pt x="200025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D9FF"/>
            </a:solidFill>
            <a:prstDash val="solid"/>
          </a:ln>
        </p:spPr>
      </p:sp>
      <p:sp>
        <p:nvSpPr>
          <p:cNvPr id="11" name="cart/11">
            <a:extLst xmlns:a="http://schemas.openxmlformats.org/drawingml/2006/main">
              <a:ext uri="{FF2B5EF4-FFF2-40B4-BE49-F238E27FC236}">
                <a16:creationId xmlns:a16="http://schemas.microsoft.com/office/drawing/2014/main" id="{0D82AECD-260D-4A77-BCF5-7EFC76AB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23376" y="5236464"/>
            <a:ext cx="1183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2" name="cart/12">
            <a:extLst xmlns:a="http://schemas.openxmlformats.org/drawingml/2006/main">
              <a:ext uri="{FF2B5EF4-FFF2-40B4-BE49-F238E27FC236}">
                <a16:creationId xmlns:a16="http://schemas.microsoft.com/office/drawing/2014/main" id="{C8F6455A-A19D-4994-B5A4-A2557C6E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509" y="5446776"/>
            <a:ext cx="262890" cy="2628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3" name="cart/13">
            <a:extLst xmlns:a="http://schemas.openxmlformats.org/drawingml/2006/main">
              <a:ext uri="{FF2B5EF4-FFF2-40B4-BE49-F238E27FC236}">
                <a16:creationId xmlns:a16="http://schemas.microsoft.com/office/drawing/2014/main" id="{4BEA1136-04C8-4140-89C8-3AC07F0A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358" y="5446776"/>
            <a:ext cx="262890" cy="2628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4036088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lock/1">
            <a:extLst xmlns:a="http://schemas.openxmlformats.org/drawingml/2006/main">
              <a:ext uri="{FF2B5EF4-FFF2-40B4-BE49-F238E27FC236}">
                <a16:creationId xmlns:a16="http://schemas.microsoft.com/office/drawing/2014/main" id="{CBF27100-6E5A-429F-A163-D206239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862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A93A6"/>
            </a:solidFill>
            <a:prstDash val="solid"/>
          </a:ln>
        </p:spPr>
      </p:sp>
      <p:sp>
        <p:nvSpPr>
          <p:cNvPr id="2" name="clock/2">
            <a:extLst xmlns:a="http://schemas.openxmlformats.org/drawingml/2006/main">
              <a:ext uri="{FF2B5EF4-FFF2-40B4-BE49-F238E27FC236}">
                <a16:creationId xmlns:a16="http://schemas.microsoft.com/office/drawing/2014/main" id="{B439261D-0904-41EE-B56E-9BFCC070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86250"/>
            <a:ext cx="1238250" cy="1238250"/>
          </a:xfrm>
          <a:custGeom xmlns:a="http://schemas.openxmlformats.org/drawingml/2006/main">
            <a:pathLst>
              <a:path w="952500" h="952500">
                <a:moveTo>
                  <a:pt x="476250" y="180975"/>
                </a:moveTo>
                <a:lnTo>
                  <a:pt x="476250" y="495300"/>
                </a:lnTo>
                <a:lnTo>
                  <a:pt x="657225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5F7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7370082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owser/1">
            <a:extLst xmlns:a="http://schemas.openxmlformats.org/drawingml/2006/main">
              <a:ext uri="{FF2B5EF4-FFF2-40B4-BE49-F238E27FC236}">
                <a16:creationId xmlns:a16="http://schemas.microsoft.com/office/drawing/2014/main" id="{8D30B14E-3BCC-4BE2-BC9C-F7CBA52C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33500"/>
            <a:ext cx="11430000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browser/2">
            <a:extLst xmlns:a="http://schemas.openxmlformats.org/drawingml/2006/main">
              <a:ext uri="{FF2B5EF4-FFF2-40B4-BE49-F238E27FC236}">
                <a16:creationId xmlns:a16="http://schemas.microsoft.com/office/drawing/2014/main" id="{C17A8CE8-8979-49B3-9939-BC7615B3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113919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owser/3">
            <a:extLst xmlns:a="http://schemas.openxmlformats.org/drawingml/2006/main">
              <a:ext uri="{FF2B5EF4-FFF2-40B4-BE49-F238E27FC236}">
                <a16:creationId xmlns:a16="http://schemas.microsoft.com/office/drawing/2014/main" id="{7D055813-D5E5-4B8D-8586-E9CB4BD4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wser/4">
            <a:extLst xmlns:a="http://schemas.openxmlformats.org/drawingml/2006/main">
              <a:ext uri="{FF2B5EF4-FFF2-40B4-BE49-F238E27FC236}">
                <a16:creationId xmlns:a16="http://schemas.microsoft.com/office/drawing/2014/main" id="{3913E1E4-74D8-452B-B701-F53E8EDE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wser/5">
            <a:extLst xmlns:a="http://schemas.openxmlformats.org/drawingml/2006/main">
              <a:ext uri="{FF2B5EF4-FFF2-40B4-BE49-F238E27FC236}">
                <a16:creationId xmlns:a16="http://schemas.microsoft.com/office/drawing/2014/main" id="{AFC9ACD1-0E66-46BE-84CA-5DC2F5A3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85900"/>
            <a:ext cx="9048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owser/6">
            <a:extLst xmlns:a="http://schemas.openxmlformats.org/drawingml/2006/main">
              <a:ext uri="{FF2B5EF4-FFF2-40B4-BE49-F238E27FC236}">
                <a16:creationId xmlns:a16="http://schemas.microsoft.com/office/drawing/2014/main" id="{EB3535A8-BA39-4446-AF96-FD3A36DA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33525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shop.example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77F00E9D-108F-49CE-9A04-0701E8FF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29000" y="20193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cart/8">
            <a:extLst xmlns:a="http://schemas.openxmlformats.org/drawingml/2006/main">
              <a:ext uri="{FF2B5EF4-FFF2-40B4-BE49-F238E27FC236}">
                <a16:creationId xmlns:a16="http://schemas.microsoft.com/office/drawing/2014/main" id="{4286C5F1-D3C8-47E5-B368-13D7A69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509" y="3521202"/>
            <a:ext cx="683514" cy="841248"/>
          </a:xfrm>
          <a:prstGeom xmlns:a="http://schemas.openxmlformats.org/drawingml/2006/main" prst="roundRect">
            <a:avLst>
              <a:gd name="adj" fmla="val 9755"/>
            </a:avLst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t/9">
            <a:extLst xmlns:a="http://schemas.openxmlformats.org/drawingml/2006/main">
              <a:ext uri="{FF2B5EF4-FFF2-40B4-BE49-F238E27FC236}">
                <a16:creationId xmlns:a16="http://schemas.microsoft.com/office/drawing/2014/main" id="{6AAB2442-CF9D-4371-8A76-966CC6E5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310890"/>
            <a:ext cx="683514" cy="1051560"/>
          </a:xfrm>
          <a:prstGeom xmlns:a="http://schemas.openxmlformats.org/drawingml/2006/main" prst="roundRect">
            <a:avLst>
              <a:gd name="adj" fmla="val 9755"/>
            </a:avLst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t/10">
            <a:extLst xmlns:a="http://schemas.openxmlformats.org/drawingml/2006/main">
              <a:ext uri="{FF2B5EF4-FFF2-40B4-BE49-F238E27FC236}">
                <a16:creationId xmlns:a16="http://schemas.microsoft.com/office/drawing/2014/main" id="{6C7ED3D6-195F-440F-A016-D98CB192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48000"/>
            <a:ext cx="2628900" cy="2628900"/>
          </a:xfrm>
          <a:custGeom xmlns:a="http://schemas.openxmlformats.org/drawingml/2006/main">
            <a:pathLst>
              <a:path w="952500" h="952500">
                <a:moveTo>
                  <a:pt x="19050" y="114300"/>
                </a:moveTo>
                <a:lnTo>
                  <a:pt x="152400" y="114300"/>
                </a:lnTo>
                <a:lnTo>
                  <a:pt x="285750" y="638175"/>
                </a:lnTo>
                <a:lnTo>
                  <a:pt x="762000" y="638175"/>
                </a:lnTo>
                <a:lnTo>
                  <a:pt x="866775" y="257175"/>
                </a:lnTo>
                <a:lnTo>
                  <a:pt x="200025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D9FF"/>
            </a:solidFill>
            <a:prstDash val="solid"/>
          </a:ln>
        </p:spPr>
      </p:sp>
      <p:sp>
        <p:nvSpPr>
          <p:cNvPr id="11" name="cart/11">
            <a:extLst xmlns:a="http://schemas.openxmlformats.org/drawingml/2006/main">
              <a:ext uri="{FF2B5EF4-FFF2-40B4-BE49-F238E27FC236}">
                <a16:creationId xmlns:a16="http://schemas.microsoft.com/office/drawing/2014/main" id="{16698E67-1F81-4181-88B4-BAF8B9DB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23376" y="5045964"/>
            <a:ext cx="1183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2" name="cart/12">
            <a:extLst xmlns:a="http://schemas.openxmlformats.org/drawingml/2006/main">
              <a:ext uri="{FF2B5EF4-FFF2-40B4-BE49-F238E27FC236}">
                <a16:creationId xmlns:a16="http://schemas.microsoft.com/office/drawing/2014/main" id="{3B23BB80-1799-44F8-B7B0-7BC7D85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509" y="5256276"/>
            <a:ext cx="262890" cy="2628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3" name="cart/13">
            <a:extLst xmlns:a="http://schemas.openxmlformats.org/drawingml/2006/main">
              <a:ext uri="{FF2B5EF4-FFF2-40B4-BE49-F238E27FC236}">
                <a16:creationId xmlns:a16="http://schemas.microsoft.com/office/drawing/2014/main" id="{7655EF10-7BAC-4F28-B721-3E9F3B13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358" y="5256276"/>
            <a:ext cx="262890" cy="2628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14" name="cart-cookie/14">
            <a:extLst xmlns:a="http://schemas.openxmlformats.org/drawingml/2006/main">
              <a:ext uri="{FF2B5EF4-FFF2-40B4-BE49-F238E27FC236}">
                <a16:creationId xmlns:a16="http://schemas.microsoft.com/office/drawing/2014/main" id="{A5E1B3E0-147B-4F9A-8038-AF8C4FCE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t-cookie/15">
            <a:extLst xmlns:a="http://schemas.openxmlformats.org/drawingml/2006/main">
              <a:ext uri="{FF2B5EF4-FFF2-40B4-BE49-F238E27FC236}">
                <a16:creationId xmlns:a16="http://schemas.microsoft.com/office/drawing/2014/main" id="{8C2A67F9-B5C2-4E29-8842-F9BB80AB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897630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t-cookie/16">
            <a:extLst xmlns:a="http://schemas.openxmlformats.org/drawingml/2006/main">
              <a:ext uri="{FF2B5EF4-FFF2-40B4-BE49-F238E27FC236}">
                <a16:creationId xmlns:a16="http://schemas.microsoft.com/office/drawing/2014/main" id="{6FFF776A-B816-41EB-B5E5-9F5FEE27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5695" y="386715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t-cookie/17">
            <a:extLst xmlns:a="http://schemas.openxmlformats.org/drawingml/2006/main">
              <a:ext uri="{FF2B5EF4-FFF2-40B4-BE49-F238E27FC236}">
                <a16:creationId xmlns:a16="http://schemas.microsoft.com/office/drawing/2014/main" id="{BF550C18-E4DC-40AF-A30D-D3FB0D00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072890"/>
            <a:ext cx="99060" cy="99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t-cookie/18">
            <a:extLst xmlns:a="http://schemas.openxmlformats.org/drawingml/2006/main">
              <a:ext uri="{FF2B5EF4-FFF2-40B4-BE49-F238E27FC236}">
                <a16:creationId xmlns:a16="http://schemas.microsoft.com/office/drawing/2014/main" id="{AD4E3A54-BD0E-48F2-B324-5164C107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815" y="414909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t-cookie/19">
            <a:extLst xmlns:a="http://schemas.openxmlformats.org/drawingml/2006/main">
              <a:ext uri="{FF2B5EF4-FFF2-40B4-BE49-F238E27FC236}">
                <a16:creationId xmlns:a16="http://schemas.microsoft.com/office/drawing/2014/main" id="{ECFEFE5C-4D0D-4821-8AB8-4B822C4E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430911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t-cookie/20">
            <a:extLst xmlns:a="http://schemas.openxmlformats.org/drawingml/2006/main">
              <a:ext uri="{FF2B5EF4-FFF2-40B4-BE49-F238E27FC236}">
                <a16:creationId xmlns:a16="http://schemas.microsoft.com/office/drawing/2014/main" id="{25D65815-38F7-416F-A1D5-C080D537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655" y="4278630"/>
            <a:ext cx="49530" cy="495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t-caption/21">
            <a:extLst xmlns:a="http://schemas.openxmlformats.org/drawingml/2006/main">
              <a:ext uri="{FF2B5EF4-FFF2-40B4-BE49-F238E27FC236}">
                <a16:creationId xmlns:a16="http://schemas.microsoft.com/office/drawing/2014/main" id="{76FCB9AD-722B-4F08-8E08-EBE5714A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3415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900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Your cart is still here</a:t>
            </a:r>
          </a:p>
        </p:txBody>
      </p:sp>
    </p:spTree>
    <p:extLst>
      <p:ext uri="{BB962C8B-B14F-4D97-AF65-F5344CB8AC3E}">
        <p14:creationId xmlns:p14="http://schemas.microsoft.com/office/powerpoint/2010/main" val="1064957346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arch-browser/1">
            <a:extLst xmlns:a="http://schemas.openxmlformats.org/drawingml/2006/main">
              <a:ext uri="{FF2B5EF4-FFF2-40B4-BE49-F238E27FC236}">
                <a16:creationId xmlns:a16="http://schemas.microsoft.com/office/drawing/2014/main" id="{DADE7A1B-DF3C-4F2A-AF3B-A1943169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952500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search-browser/2">
            <a:extLst xmlns:a="http://schemas.openxmlformats.org/drawingml/2006/main">
              <a:ext uri="{FF2B5EF4-FFF2-40B4-BE49-F238E27FC236}">
                <a16:creationId xmlns:a16="http://schemas.microsoft.com/office/drawing/2014/main" id="{BA215CEF-D3BF-4F3B-B321-79625159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43175"/>
            <a:ext cx="94869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arch-browser/3">
            <a:extLst xmlns:a="http://schemas.openxmlformats.org/drawingml/2006/main">
              <a:ext uri="{FF2B5EF4-FFF2-40B4-BE49-F238E27FC236}">
                <a16:creationId xmlns:a16="http://schemas.microsoft.com/office/drawing/2014/main" id="{5AB222D7-64C9-45A8-B0A8-5590A001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arch-browser/4">
            <a:extLst xmlns:a="http://schemas.openxmlformats.org/drawingml/2006/main">
              <a:ext uri="{FF2B5EF4-FFF2-40B4-BE49-F238E27FC236}">
                <a16:creationId xmlns:a16="http://schemas.microsoft.com/office/drawing/2014/main" id="{8C416879-4571-4B7F-ABDB-13936B5F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arch-browser/5">
            <a:extLst xmlns:a="http://schemas.openxmlformats.org/drawingml/2006/main">
              <a:ext uri="{FF2B5EF4-FFF2-40B4-BE49-F238E27FC236}">
                <a16:creationId xmlns:a16="http://schemas.microsoft.com/office/drawing/2014/main" id="{D955C54B-E8E3-4206-829F-FCE3D767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76525"/>
            <a:ext cx="7143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arch-browser/6">
            <a:extLst xmlns:a="http://schemas.openxmlformats.org/drawingml/2006/main">
              <a:ext uri="{FF2B5EF4-FFF2-40B4-BE49-F238E27FC236}">
                <a16:creationId xmlns:a16="http://schemas.microsoft.com/office/drawing/2014/main" id="{7D00960F-D99C-4875-AFB6-2657992B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search.example</a:t>
            </a:r>
          </a:p>
        </p:txBody>
      </p:sp>
      <p:sp>
        <p:nvSpPr>
          <p:cNvPr id="7" name="search-browser/7">
            <a:extLst xmlns:a="http://schemas.openxmlformats.org/drawingml/2006/main">
              <a:ext uri="{FF2B5EF4-FFF2-40B4-BE49-F238E27FC236}">
                <a16:creationId xmlns:a16="http://schemas.microsoft.com/office/drawing/2014/main" id="{9B07ED7D-D834-4775-B021-B2AEBDAE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81500" y="32099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search-field/8">
            <a:extLst xmlns:a="http://schemas.openxmlformats.org/drawingml/2006/main">
              <a:ext uri="{FF2B5EF4-FFF2-40B4-BE49-F238E27FC236}">
                <a16:creationId xmlns:a16="http://schemas.microsoft.com/office/drawing/2014/main" id="{309D9710-1C05-4E93-925B-F34F154D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742950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1024"/>
          </a:solidFill>
          <a:ln xmlns:a="http://schemas.openxmlformats.org/drawingml/2006/main" w="9525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9" name="search-field/9">
            <a:extLst xmlns:a="http://schemas.openxmlformats.org/drawingml/2006/main">
              <a:ext uri="{FF2B5EF4-FFF2-40B4-BE49-F238E27FC236}">
                <a16:creationId xmlns:a16="http://schemas.microsoft.com/office/drawing/2014/main" id="{37923463-DCFD-457E-87B5-FA2D9004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33800"/>
            <a:ext cx="642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40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Headphones</a:t>
            </a:r>
          </a:p>
        </p:txBody>
      </p:sp>
      <p:sp>
        <p:nvSpPr>
          <p:cNvPr id="10" name="headphones/10">
            <a:extLst xmlns:a="http://schemas.openxmlformats.org/drawingml/2006/main">
              <a:ext uri="{FF2B5EF4-FFF2-40B4-BE49-F238E27FC236}">
                <a16:creationId xmlns:a16="http://schemas.microsoft.com/office/drawing/2014/main" id="{2D4B25D7-6D8B-4618-ABC8-306C2BA9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1905000" cy="1905000"/>
          </a:xfrm>
          <a:custGeom xmlns:a="http://schemas.openxmlformats.org/drawingml/2006/main">
            <a:pathLst>
              <a:path w="952500" h="952500">
                <a:moveTo>
                  <a:pt x="142875" y="457200"/>
                </a:moveTo>
                <a:lnTo>
                  <a:pt x="146268" y="409756"/>
                </a:lnTo>
                <a:lnTo>
                  <a:pt x="156379" y="363277"/>
                </a:lnTo>
                <a:lnTo>
                  <a:pt x="173001" y="318711"/>
                </a:lnTo>
                <a:lnTo>
                  <a:pt x="195797" y="276964"/>
                </a:lnTo>
                <a:lnTo>
                  <a:pt x="224302" y="238886"/>
                </a:lnTo>
                <a:lnTo>
                  <a:pt x="257936" y="205252"/>
                </a:lnTo>
                <a:lnTo>
                  <a:pt x="296014" y="176747"/>
                </a:lnTo>
                <a:lnTo>
                  <a:pt x="337761" y="153951"/>
                </a:lnTo>
                <a:lnTo>
                  <a:pt x="382327" y="137329"/>
                </a:lnTo>
                <a:lnTo>
                  <a:pt x="428806" y="127218"/>
                </a:lnTo>
                <a:lnTo>
                  <a:pt x="476250" y="123825"/>
                </a:lnTo>
                <a:lnTo>
                  <a:pt x="523694" y="127218"/>
                </a:lnTo>
                <a:lnTo>
                  <a:pt x="570173" y="137329"/>
                </a:lnTo>
                <a:lnTo>
                  <a:pt x="614739" y="153951"/>
                </a:lnTo>
                <a:lnTo>
                  <a:pt x="656486" y="176747"/>
                </a:lnTo>
                <a:lnTo>
                  <a:pt x="694564" y="205252"/>
                </a:lnTo>
                <a:lnTo>
                  <a:pt x="728198" y="238886"/>
                </a:lnTo>
                <a:lnTo>
                  <a:pt x="756703" y="276964"/>
                </a:lnTo>
                <a:lnTo>
                  <a:pt x="779499" y="318711"/>
                </a:lnTo>
                <a:lnTo>
                  <a:pt x="796121" y="363277"/>
                </a:lnTo>
                <a:lnTo>
                  <a:pt x="806232" y="409756"/>
                </a:lnTo>
                <a:lnTo>
                  <a:pt x="80962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8B7BFF"/>
            </a:solidFill>
            <a:prstDash val="solid"/>
          </a:ln>
        </p:spPr>
      </p:sp>
      <p:sp>
        <p:nvSpPr>
          <p:cNvPr id="11" name="headphones/11">
            <a:extLst xmlns:a="http://schemas.openxmlformats.org/drawingml/2006/main">
              <a:ext uri="{FF2B5EF4-FFF2-40B4-BE49-F238E27FC236}">
                <a16:creationId xmlns:a16="http://schemas.microsoft.com/office/drawing/2014/main" id="{B9DEFA9F-D143-4C24-82F5-F1176E76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381000" cy="7620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  <p:sp>
        <p:nvSpPr>
          <p:cNvPr id="12" name="headphones/12">
            <a:extLst xmlns:a="http://schemas.openxmlformats.org/drawingml/2006/main">
              <a:ext uri="{FF2B5EF4-FFF2-40B4-BE49-F238E27FC236}">
                <a16:creationId xmlns:a16="http://schemas.microsoft.com/office/drawing/2014/main" id="{68038783-9565-493D-9FCC-D8859338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24500"/>
            <a:ext cx="381000" cy="7620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108340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arch-browser/1">
            <a:extLst xmlns:a="http://schemas.openxmlformats.org/drawingml/2006/main">
              <a:ext uri="{FF2B5EF4-FFF2-40B4-BE49-F238E27FC236}">
                <a16:creationId xmlns:a16="http://schemas.microsoft.com/office/drawing/2014/main" id="{40BFD06F-8E59-4398-A7D4-0EA304C7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704850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search-browser/2">
            <a:extLst xmlns:a="http://schemas.openxmlformats.org/drawingml/2006/main">
              <a:ext uri="{FF2B5EF4-FFF2-40B4-BE49-F238E27FC236}">
                <a16:creationId xmlns:a16="http://schemas.microsoft.com/office/drawing/2014/main" id="{3B798035-C4A5-4862-A0C1-EE563535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95550"/>
            <a:ext cx="70104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arch-browser/3">
            <a:extLst xmlns:a="http://schemas.openxmlformats.org/drawingml/2006/main">
              <a:ext uri="{FF2B5EF4-FFF2-40B4-BE49-F238E27FC236}">
                <a16:creationId xmlns:a16="http://schemas.microsoft.com/office/drawing/2014/main" id="{5739106F-E796-48DA-AF9F-F5068194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arch-browser/4">
            <a:extLst xmlns:a="http://schemas.openxmlformats.org/drawingml/2006/main">
              <a:ext uri="{FF2B5EF4-FFF2-40B4-BE49-F238E27FC236}">
                <a16:creationId xmlns:a16="http://schemas.microsoft.com/office/drawing/2014/main" id="{20921C9B-D6BC-4CFC-84E0-B52828AE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arch-browser/5">
            <a:extLst xmlns:a="http://schemas.openxmlformats.org/drawingml/2006/main">
              <a:ext uri="{FF2B5EF4-FFF2-40B4-BE49-F238E27FC236}">
                <a16:creationId xmlns:a16="http://schemas.microsoft.com/office/drawing/2014/main" id="{F5079B06-E3C3-4B2F-911B-7B9D0C34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4667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arch-browser/6">
            <a:extLst xmlns:a="http://schemas.openxmlformats.org/drawingml/2006/main">
              <a:ext uri="{FF2B5EF4-FFF2-40B4-BE49-F238E27FC236}">
                <a16:creationId xmlns:a16="http://schemas.microsoft.com/office/drawing/2014/main" id="{25C7D8FE-8BBA-4EF3-8DD1-8FD4380E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765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search.example</a:t>
            </a:r>
          </a:p>
        </p:txBody>
      </p:sp>
      <p:sp>
        <p:nvSpPr>
          <p:cNvPr id="7" name="search-browser/7">
            <a:extLst xmlns:a="http://schemas.openxmlformats.org/drawingml/2006/main">
              <a:ext uri="{FF2B5EF4-FFF2-40B4-BE49-F238E27FC236}">
                <a16:creationId xmlns:a16="http://schemas.microsoft.com/office/drawing/2014/main" id="{D5F7D417-2F5D-43CE-9AB2-79846396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14500" y="31623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second-browser/8">
            <a:extLst xmlns:a="http://schemas.openxmlformats.org/drawingml/2006/main">
              <a:ext uri="{FF2B5EF4-FFF2-40B4-BE49-F238E27FC236}">
                <a16:creationId xmlns:a16="http://schemas.microsoft.com/office/drawing/2014/main" id="{D6A6C024-77F4-4CA1-A22E-041E27F9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704850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9" name="second-browser/9">
            <a:extLst xmlns:a="http://schemas.openxmlformats.org/drawingml/2006/main">
              <a:ext uri="{FF2B5EF4-FFF2-40B4-BE49-F238E27FC236}">
                <a16:creationId xmlns:a16="http://schemas.microsoft.com/office/drawing/2014/main" id="{288A5C56-3C0B-4AFA-80BE-E5021DE0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95550"/>
            <a:ext cx="70104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ond-browser/10">
            <a:extLst xmlns:a="http://schemas.openxmlformats.org/drawingml/2006/main">
              <a:ext uri="{FF2B5EF4-FFF2-40B4-BE49-F238E27FC236}">
                <a16:creationId xmlns:a16="http://schemas.microsoft.com/office/drawing/2014/main" id="{7201E145-E6B6-46FA-9FB3-03CFA108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ond-browser/11">
            <a:extLst xmlns:a="http://schemas.openxmlformats.org/drawingml/2006/main">
              <a:ext uri="{FF2B5EF4-FFF2-40B4-BE49-F238E27FC236}">
                <a16:creationId xmlns:a16="http://schemas.microsoft.com/office/drawing/2014/main" id="{A4F9D326-8C18-41A9-A0A2-1950E053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ond-browser/12">
            <a:extLst xmlns:a="http://schemas.openxmlformats.org/drawingml/2006/main">
              <a:ext uri="{FF2B5EF4-FFF2-40B4-BE49-F238E27FC236}">
                <a16:creationId xmlns:a16="http://schemas.microsoft.com/office/drawing/2014/main" id="{2D7DE9FF-C9F4-4AA7-8588-650889B6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28900"/>
            <a:ext cx="4667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cond-browser/13">
            <a:extLst xmlns:a="http://schemas.openxmlformats.org/drawingml/2006/main">
              <a:ext uri="{FF2B5EF4-FFF2-40B4-BE49-F238E27FC236}">
                <a16:creationId xmlns:a16="http://schemas.microsoft.com/office/drawing/2014/main" id="{2833CCFC-17DC-424B-96C8-C62005EC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765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daily.example</a:t>
            </a:r>
          </a:p>
        </p:txBody>
      </p:sp>
      <p:sp>
        <p:nvSpPr>
          <p:cNvPr id="14" name="second-browser/14">
            <a:extLst xmlns:a="http://schemas.openxmlformats.org/drawingml/2006/main">
              <a:ext uri="{FF2B5EF4-FFF2-40B4-BE49-F238E27FC236}">
                <a16:creationId xmlns:a16="http://schemas.microsoft.com/office/drawing/2014/main" id="{17E6EF73-0062-4CAA-B1E2-1705D2AB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0" y="31623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15" name="search-field/15">
            <a:extLst xmlns:a="http://schemas.openxmlformats.org/drawingml/2006/main">
              <a:ext uri="{FF2B5EF4-FFF2-40B4-BE49-F238E27FC236}">
                <a16:creationId xmlns:a16="http://schemas.microsoft.com/office/drawing/2014/main" id="{880DCF2C-228B-48C4-997E-B58D05A9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00450"/>
            <a:ext cx="6000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A1024"/>
          </a:solidFill>
          <a:ln xmlns:a="http://schemas.openxmlformats.org/drawingml/2006/main" w="9525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16" name="search-field/16">
            <a:extLst xmlns:a="http://schemas.openxmlformats.org/drawingml/2006/main">
              <a:ext uri="{FF2B5EF4-FFF2-40B4-BE49-F238E27FC236}">
                <a16:creationId xmlns:a16="http://schemas.microsoft.com/office/drawing/2014/main" id="{B6F4A584-530A-4B93-933B-C8DEDE9C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25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Headphones</a:t>
            </a:r>
          </a:p>
        </p:txBody>
      </p:sp>
      <p:sp>
        <p:nvSpPr>
          <p:cNvPr id="17" name="headphones/17">
            <a:extLst xmlns:a="http://schemas.openxmlformats.org/drawingml/2006/main">
              <a:ext uri="{FF2B5EF4-FFF2-40B4-BE49-F238E27FC236}">
                <a16:creationId xmlns:a16="http://schemas.microsoft.com/office/drawing/2014/main" id="{8FFEC020-429F-4A51-B06F-2440702C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14875"/>
            <a:ext cx="1752600" cy="1752600"/>
          </a:xfrm>
          <a:custGeom xmlns:a="http://schemas.openxmlformats.org/drawingml/2006/main">
            <a:pathLst>
              <a:path w="952500" h="952500">
                <a:moveTo>
                  <a:pt x="142875" y="457200"/>
                </a:moveTo>
                <a:lnTo>
                  <a:pt x="146268" y="409756"/>
                </a:lnTo>
                <a:lnTo>
                  <a:pt x="156379" y="363277"/>
                </a:lnTo>
                <a:lnTo>
                  <a:pt x="173001" y="318711"/>
                </a:lnTo>
                <a:lnTo>
                  <a:pt x="195797" y="276964"/>
                </a:lnTo>
                <a:lnTo>
                  <a:pt x="224302" y="238886"/>
                </a:lnTo>
                <a:lnTo>
                  <a:pt x="257936" y="205252"/>
                </a:lnTo>
                <a:lnTo>
                  <a:pt x="296014" y="176747"/>
                </a:lnTo>
                <a:lnTo>
                  <a:pt x="337761" y="153951"/>
                </a:lnTo>
                <a:lnTo>
                  <a:pt x="382327" y="137329"/>
                </a:lnTo>
                <a:lnTo>
                  <a:pt x="428806" y="127218"/>
                </a:lnTo>
                <a:lnTo>
                  <a:pt x="476250" y="123825"/>
                </a:lnTo>
                <a:lnTo>
                  <a:pt x="523694" y="127218"/>
                </a:lnTo>
                <a:lnTo>
                  <a:pt x="570173" y="137329"/>
                </a:lnTo>
                <a:lnTo>
                  <a:pt x="614739" y="153951"/>
                </a:lnTo>
                <a:lnTo>
                  <a:pt x="656486" y="176747"/>
                </a:lnTo>
                <a:lnTo>
                  <a:pt x="694564" y="205252"/>
                </a:lnTo>
                <a:lnTo>
                  <a:pt x="728198" y="238886"/>
                </a:lnTo>
                <a:lnTo>
                  <a:pt x="756703" y="276964"/>
                </a:lnTo>
                <a:lnTo>
                  <a:pt x="779499" y="318711"/>
                </a:lnTo>
                <a:lnTo>
                  <a:pt x="796121" y="363277"/>
                </a:lnTo>
                <a:lnTo>
                  <a:pt x="806232" y="409756"/>
                </a:lnTo>
                <a:lnTo>
                  <a:pt x="80962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8B7BFF"/>
            </a:solidFill>
            <a:prstDash val="solid"/>
          </a:ln>
        </p:spPr>
      </p:sp>
      <p:sp>
        <p:nvSpPr>
          <p:cNvPr id="18" name="headphones/18">
            <a:extLst xmlns:a="http://schemas.openxmlformats.org/drawingml/2006/main">
              <a:ext uri="{FF2B5EF4-FFF2-40B4-BE49-F238E27FC236}">
                <a16:creationId xmlns:a16="http://schemas.microsoft.com/office/drawing/2014/main" id="{60710782-3C2C-4EA6-821D-AE21F90B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236" y="5468493"/>
            <a:ext cx="350520" cy="701040"/>
          </a:xfrm>
          <a:prstGeom xmlns:a="http://schemas.openxmlformats.org/drawingml/2006/main" prst="roundRect">
            <a:avLst>
              <a:gd name="adj" fmla="val 27174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  <p:sp>
        <p:nvSpPr>
          <p:cNvPr id="19" name="headphones/19">
            <a:extLst xmlns:a="http://schemas.openxmlformats.org/drawingml/2006/main">
              <a:ext uri="{FF2B5EF4-FFF2-40B4-BE49-F238E27FC236}">
                <a16:creationId xmlns:a16="http://schemas.microsoft.com/office/drawing/2014/main" id="{8FE5F4DB-D84E-4A1B-8637-DA21FD2B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744" y="5468493"/>
            <a:ext cx="350520" cy="701040"/>
          </a:xfrm>
          <a:prstGeom xmlns:a="http://schemas.openxmlformats.org/drawingml/2006/main" prst="roundRect">
            <a:avLst>
              <a:gd name="adj" fmla="val 27174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  <p:sp>
        <p:nvSpPr>
          <p:cNvPr id="20" name="ad/20">
            <a:extLst xmlns:a="http://schemas.openxmlformats.org/drawingml/2006/main">
              <a:ext uri="{FF2B5EF4-FFF2-40B4-BE49-F238E27FC236}">
                <a16:creationId xmlns:a16="http://schemas.microsoft.com/office/drawing/2014/main" id="{5B9EBA95-8CD2-4B2A-B4B9-12DEBCA3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62375"/>
            <a:ext cx="5334000" cy="2733675"/>
          </a:xfrm>
          <a:prstGeom xmlns:a="http://schemas.openxmlformats.org/drawingml/2006/main" prst="roundRect">
            <a:avLst>
              <a:gd name="adj" fmla="val 6272"/>
            </a:avLst>
          </a:prstGeom>
          <a:solidFill xmlns:a="http://schemas.openxmlformats.org/drawingml/2006/main">
            <a:srgbClr val="FF7A59">
              <a:alpha val="5000"/>
            </a:srgbClr>
          </a:solidFill>
          <a:ln xmlns:a="http://schemas.openxmlformats.org/drawingml/2006/main" w="19050">
            <a:solidFill>
              <a:srgbClr val="FF7A59"/>
            </a:solidFill>
            <a:prstDash val="solid"/>
          </a:ln>
        </p:spPr>
      </p:sp>
      <p:sp>
        <p:nvSpPr>
          <p:cNvPr id="21" name="ad/21">
            <a:extLst xmlns:a="http://schemas.openxmlformats.org/drawingml/2006/main">
              <a:ext uri="{FF2B5EF4-FFF2-40B4-BE49-F238E27FC236}">
                <a16:creationId xmlns:a16="http://schemas.microsoft.com/office/drawing/2014/main" id="{0E6CCFEA-4DED-4BA8-893B-94FBCFE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905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1800" b="0">
                <a:solidFill>
                  <a:srgbClr val="FF7A59"/>
                </a:solidFill>
                <a:latin typeface=".SF NS"/>
                <a:ea typeface=".SF NS"/>
                <a:cs typeface=".SF NS"/>
              </a:rPr>
              <a:t>Ad</a:t>
            </a:r>
          </a:p>
        </p:txBody>
      </p:sp>
      <p:sp>
        <p:nvSpPr>
          <p:cNvPr id="22" name="ad/22">
            <a:extLst xmlns:a="http://schemas.openxmlformats.org/drawingml/2006/main">
              <a:ext uri="{FF2B5EF4-FFF2-40B4-BE49-F238E27FC236}">
                <a16:creationId xmlns:a16="http://schemas.microsoft.com/office/drawing/2014/main" id="{AC2D9251-7E85-404E-AE91-E688D193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124325"/>
            <a:ext cx="1657350" cy="1657350"/>
          </a:xfrm>
          <a:custGeom xmlns:a="http://schemas.openxmlformats.org/drawingml/2006/main">
            <a:pathLst>
              <a:path w="952500" h="952500">
                <a:moveTo>
                  <a:pt x="142875" y="457200"/>
                </a:moveTo>
                <a:lnTo>
                  <a:pt x="146268" y="409756"/>
                </a:lnTo>
                <a:lnTo>
                  <a:pt x="156379" y="363277"/>
                </a:lnTo>
                <a:lnTo>
                  <a:pt x="173001" y="318711"/>
                </a:lnTo>
                <a:lnTo>
                  <a:pt x="195797" y="276964"/>
                </a:lnTo>
                <a:lnTo>
                  <a:pt x="224302" y="238886"/>
                </a:lnTo>
                <a:lnTo>
                  <a:pt x="257936" y="205252"/>
                </a:lnTo>
                <a:lnTo>
                  <a:pt x="296014" y="176747"/>
                </a:lnTo>
                <a:lnTo>
                  <a:pt x="337761" y="153951"/>
                </a:lnTo>
                <a:lnTo>
                  <a:pt x="382327" y="137329"/>
                </a:lnTo>
                <a:lnTo>
                  <a:pt x="428806" y="127218"/>
                </a:lnTo>
                <a:lnTo>
                  <a:pt x="476250" y="123825"/>
                </a:lnTo>
                <a:lnTo>
                  <a:pt x="523694" y="127218"/>
                </a:lnTo>
                <a:lnTo>
                  <a:pt x="570173" y="137329"/>
                </a:lnTo>
                <a:lnTo>
                  <a:pt x="614739" y="153951"/>
                </a:lnTo>
                <a:lnTo>
                  <a:pt x="656486" y="176747"/>
                </a:lnTo>
                <a:lnTo>
                  <a:pt x="694564" y="205252"/>
                </a:lnTo>
                <a:lnTo>
                  <a:pt x="728198" y="238886"/>
                </a:lnTo>
                <a:lnTo>
                  <a:pt x="756703" y="276964"/>
                </a:lnTo>
                <a:lnTo>
                  <a:pt x="779499" y="318711"/>
                </a:lnTo>
                <a:lnTo>
                  <a:pt x="796121" y="363277"/>
                </a:lnTo>
                <a:lnTo>
                  <a:pt x="806232" y="409756"/>
                </a:lnTo>
                <a:lnTo>
                  <a:pt x="80962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8B7BFF"/>
            </a:solidFill>
            <a:prstDash val="solid"/>
          </a:ln>
        </p:spPr>
      </p:sp>
      <p:sp>
        <p:nvSpPr>
          <p:cNvPr id="23" name="ad/23">
            <a:extLst xmlns:a="http://schemas.openxmlformats.org/drawingml/2006/main">
              <a:ext uri="{FF2B5EF4-FFF2-40B4-BE49-F238E27FC236}">
                <a16:creationId xmlns:a16="http://schemas.microsoft.com/office/drawing/2014/main" id="{D6589502-8386-43AC-87E6-68719141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7634" y="4836986"/>
            <a:ext cx="331470" cy="662940"/>
          </a:xfrm>
          <a:prstGeom xmlns:a="http://schemas.openxmlformats.org/drawingml/2006/main" prst="roundRect">
            <a:avLst>
              <a:gd name="adj" fmla="val 28736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  <p:sp>
        <p:nvSpPr>
          <p:cNvPr id="24" name="ad/24">
            <a:extLst xmlns:a="http://schemas.openxmlformats.org/drawingml/2006/main">
              <a:ext uri="{FF2B5EF4-FFF2-40B4-BE49-F238E27FC236}">
                <a16:creationId xmlns:a16="http://schemas.microsoft.com/office/drawing/2014/main" id="{217EDBFD-3CF1-46E7-B071-C77B3A2D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897" y="4836986"/>
            <a:ext cx="331470" cy="662940"/>
          </a:xfrm>
          <a:prstGeom xmlns:a="http://schemas.openxmlformats.org/drawingml/2006/main" prst="roundRect">
            <a:avLst>
              <a:gd name="adj" fmla="val 28736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  <p:sp>
        <p:nvSpPr>
          <p:cNvPr id="25" name="ad/25">
            <a:extLst xmlns:a="http://schemas.openxmlformats.org/drawingml/2006/main">
              <a:ext uri="{FF2B5EF4-FFF2-40B4-BE49-F238E27FC236}">
                <a16:creationId xmlns:a16="http://schemas.microsoft.com/office/drawing/2014/main" id="{D8B4EAF1-D892-43C3-8A69-9C54A547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150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325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Headphones</a:t>
            </a:r>
          </a:p>
        </p:txBody>
      </p:sp>
    </p:spTree>
    <p:extLst>
      <p:ext uri="{BB962C8B-B14F-4D97-AF65-F5344CB8AC3E}">
        <p14:creationId xmlns:p14="http://schemas.microsoft.com/office/powerpoint/2010/main" val="1832330203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arch-browser/1">
            <a:extLst xmlns:a="http://schemas.openxmlformats.org/drawingml/2006/main">
              <a:ext uri="{FF2B5EF4-FFF2-40B4-BE49-F238E27FC236}">
                <a16:creationId xmlns:a16="http://schemas.microsoft.com/office/drawing/2014/main" id="{66A15B47-BF98-4609-BC75-9AA88B43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704850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search-browser/2">
            <a:extLst xmlns:a="http://schemas.openxmlformats.org/drawingml/2006/main">
              <a:ext uri="{FF2B5EF4-FFF2-40B4-BE49-F238E27FC236}">
                <a16:creationId xmlns:a16="http://schemas.microsoft.com/office/drawing/2014/main" id="{177569D6-5BA8-4F6F-8434-FE7F057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95550"/>
            <a:ext cx="70104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arch-browser/3">
            <a:extLst xmlns:a="http://schemas.openxmlformats.org/drawingml/2006/main">
              <a:ext uri="{FF2B5EF4-FFF2-40B4-BE49-F238E27FC236}">
                <a16:creationId xmlns:a16="http://schemas.microsoft.com/office/drawing/2014/main" id="{3B680F91-444B-4459-ABC7-DF173B28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arch-browser/4">
            <a:extLst xmlns:a="http://schemas.openxmlformats.org/drawingml/2006/main">
              <a:ext uri="{FF2B5EF4-FFF2-40B4-BE49-F238E27FC236}">
                <a16:creationId xmlns:a16="http://schemas.microsoft.com/office/drawing/2014/main" id="{2A7A5AD9-2BAF-45ED-9409-C08B362B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arch-browser/5">
            <a:extLst xmlns:a="http://schemas.openxmlformats.org/drawingml/2006/main">
              <a:ext uri="{FF2B5EF4-FFF2-40B4-BE49-F238E27FC236}">
                <a16:creationId xmlns:a16="http://schemas.microsoft.com/office/drawing/2014/main" id="{7EFD7141-B408-4A1D-A934-DEDF8C2D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4667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arch-browser/6">
            <a:extLst xmlns:a="http://schemas.openxmlformats.org/drawingml/2006/main">
              <a:ext uri="{FF2B5EF4-FFF2-40B4-BE49-F238E27FC236}">
                <a16:creationId xmlns:a16="http://schemas.microsoft.com/office/drawing/2014/main" id="{1E8A3132-59FF-4314-A39C-8C6C375E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765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search.example</a:t>
            </a:r>
          </a:p>
        </p:txBody>
      </p:sp>
      <p:sp>
        <p:nvSpPr>
          <p:cNvPr id="7" name="search-browser/7">
            <a:extLst xmlns:a="http://schemas.openxmlformats.org/drawingml/2006/main">
              <a:ext uri="{FF2B5EF4-FFF2-40B4-BE49-F238E27FC236}">
                <a16:creationId xmlns:a16="http://schemas.microsoft.com/office/drawing/2014/main" id="{03B348DB-F1B1-435E-A06B-BF9314C8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14500" y="31623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second-browser/8">
            <a:extLst xmlns:a="http://schemas.openxmlformats.org/drawingml/2006/main">
              <a:ext uri="{FF2B5EF4-FFF2-40B4-BE49-F238E27FC236}">
                <a16:creationId xmlns:a16="http://schemas.microsoft.com/office/drawing/2014/main" id="{37E92258-45B6-426F-9C65-5CBCA3A1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704850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9" name="second-browser/9">
            <a:extLst xmlns:a="http://schemas.openxmlformats.org/drawingml/2006/main">
              <a:ext uri="{FF2B5EF4-FFF2-40B4-BE49-F238E27FC236}">
                <a16:creationId xmlns:a16="http://schemas.microsoft.com/office/drawing/2014/main" id="{FDD7D7F1-F113-47D1-9FDB-F2F33143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95550"/>
            <a:ext cx="70104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ond-browser/10">
            <a:extLst xmlns:a="http://schemas.openxmlformats.org/drawingml/2006/main">
              <a:ext uri="{FF2B5EF4-FFF2-40B4-BE49-F238E27FC236}">
                <a16:creationId xmlns:a16="http://schemas.microsoft.com/office/drawing/2014/main" id="{9568D1B1-0555-46B0-BF04-1C7EB0E9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ond-browser/11">
            <a:extLst xmlns:a="http://schemas.openxmlformats.org/drawingml/2006/main">
              <a:ext uri="{FF2B5EF4-FFF2-40B4-BE49-F238E27FC236}">
                <a16:creationId xmlns:a16="http://schemas.microsoft.com/office/drawing/2014/main" id="{03B3B338-CA70-4977-9787-9762769C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ond-browser/12">
            <a:extLst xmlns:a="http://schemas.openxmlformats.org/drawingml/2006/main">
              <a:ext uri="{FF2B5EF4-FFF2-40B4-BE49-F238E27FC236}">
                <a16:creationId xmlns:a16="http://schemas.microsoft.com/office/drawing/2014/main" id="{C4A618A9-4764-43B1-91A4-5AA1592C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28900"/>
            <a:ext cx="4667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cond-browser/13">
            <a:extLst xmlns:a="http://schemas.openxmlformats.org/drawingml/2006/main">
              <a:ext uri="{FF2B5EF4-FFF2-40B4-BE49-F238E27FC236}">
                <a16:creationId xmlns:a16="http://schemas.microsoft.com/office/drawing/2014/main" id="{C87D02C0-0B68-4C2E-B8A1-45CF720B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765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daily.example</a:t>
            </a:r>
          </a:p>
        </p:txBody>
      </p:sp>
      <p:sp>
        <p:nvSpPr>
          <p:cNvPr id="14" name="second-browser/14">
            <a:extLst xmlns:a="http://schemas.openxmlformats.org/drawingml/2006/main">
              <a:ext uri="{FF2B5EF4-FFF2-40B4-BE49-F238E27FC236}">
                <a16:creationId xmlns:a16="http://schemas.microsoft.com/office/drawing/2014/main" id="{08167FB5-C3BC-4A18-AA01-8AAC6305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0" y="31623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15" name="search-field/15">
            <a:extLst xmlns:a="http://schemas.openxmlformats.org/drawingml/2006/main">
              <a:ext uri="{FF2B5EF4-FFF2-40B4-BE49-F238E27FC236}">
                <a16:creationId xmlns:a16="http://schemas.microsoft.com/office/drawing/2014/main" id="{A3DA1832-676D-4DD7-9524-2B140B4C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00450"/>
            <a:ext cx="6000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A1024"/>
          </a:solidFill>
          <a:ln xmlns:a="http://schemas.openxmlformats.org/drawingml/2006/main" w="9525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16" name="search-field/16">
            <a:extLst xmlns:a="http://schemas.openxmlformats.org/drawingml/2006/main">
              <a:ext uri="{FF2B5EF4-FFF2-40B4-BE49-F238E27FC236}">
                <a16:creationId xmlns:a16="http://schemas.microsoft.com/office/drawing/2014/main" id="{2EE9AAE8-E557-4590-8099-F6FC1431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25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Headphones</a:t>
            </a:r>
          </a:p>
        </p:txBody>
      </p:sp>
      <p:sp>
        <p:nvSpPr>
          <p:cNvPr id="17" name="headphones/17">
            <a:extLst xmlns:a="http://schemas.openxmlformats.org/drawingml/2006/main">
              <a:ext uri="{FF2B5EF4-FFF2-40B4-BE49-F238E27FC236}">
                <a16:creationId xmlns:a16="http://schemas.microsoft.com/office/drawing/2014/main" id="{E4C2DD40-3C10-4CAD-BA0E-8FDDA326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14875"/>
            <a:ext cx="1752600" cy="1752600"/>
          </a:xfrm>
          <a:custGeom xmlns:a="http://schemas.openxmlformats.org/drawingml/2006/main">
            <a:pathLst>
              <a:path w="952500" h="952500">
                <a:moveTo>
                  <a:pt x="142875" y="457200"/>
                </a:moveTo>
                <a:lnTo>
                  <a:pt x="146268" y="409756"/>
                </a:lnTo>
                <a:lnTo>
                  <a:pt x="156379" y="363277"/>
                </a:lnTo>
                <a:lnTo>
                  <a:pt x="173001" y="318711"/>
                </a:lnTo>
                <a:lnTo>
                  <a:pt x="195797" y="276964"/>
                </a:lnTo>
                <a:lnTo>
                  <a:pt x="224302" y="238886"/>
                </a:lnTo>
                <a:lnTo>
                  <a:pt x="257936" y="205252"/>
                </a:lnTo>
                <a:lnTo>
                  <a:pt x="296014" y="176747"/>
                </a:lnTo>
                <a:lnTo>
                  <a:pt x="337761" y="153951"/>
                </a:lnTo>
                <a:lnTo>
                  <a:pt x="382327" y="137329"/>
                </a:lnTo>
                <a:lnTo>
                  <a:pt x="428806" y="127218"/>
                </a:lnTo>
                <a:lnTo>
                  <a:pt x="476250" y="123825"/>
                </a:lnTo>
                <a:lnTo>
                  <a:pt x="523694" y="127218"/>
                </a:lnTo>
                <a:lnTo>
                  <a:pt x="570173" y="137329"/>
                </a:lnTo>
                <a:lnTo>
                  <a:pt x="614739" y="153951"/>
                </a:lnTo>
                <a:lnTo>
                  <a:pt x="656486" y="176747"/>
                </a:lnTo>
                <a:lnTo>
                  <a:pt x="694564" y="205252"/>
                </a:lnTo>
                <a:lnTo>
                  <a:pt x="728198" y="238886"/>
                </a:lnTo>
                <a:lnTo>
                  <a:pt x="756703" y="276964"/>
                </a:lnTo>
                <a:lnTo>
                  <a:pt x="779499" y="318711"/>
                </a:lnTo>
                <a:lnTo>
                  <a:pt x="796121" y="363277"/>
                </a:lnTo>
                <a:lnTo>
                  <a:pt x="806232" y="409756"/>
                </a:lnTo>
                <a:lnTo>
                  <a:pt x="80962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8B7BFF"/>
            </a:solidFill>
            <a:prstDash val="solid"/>
          </a:ln>
        </p:spPr>
      </p:sp>
      <p:sp>
        <p:nvSpPr>
          <p:cNvPr id="18" name="headphones/18">
            <a:extLst xmlns:a="http://schemas.openxmlformats.org/drawingml/2006/main">
              <a:ext uri="{FF2B5EF4-FFF2-40B4-BE49-F238E27FC236}">
                <a16:creationId xmlns:a16="http://schemas.microsoft.com/office/drawing/2014/main" id="{B8494E4C-0124-446F-9A78-ADC0F4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236" y="5468493"/>
            <a:ext cx="350520" cy="701040"/>
          </a:xfrm>
          <a:prstGeom xmlns:a="http://schemas.openxmlformats.org/drawingml/2006/main" prst="roundRect">
            <a:avLst>
              <a:gd name="adj" fmla="val 27174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  <p:sp>
        <p:nvSpPr>
          <p:cNvPr id="19" name="headphones/19">
            <a:extLst xmlns:a="http://schemas.openxmlformats.org/drawingml/2006/main">
              <a:ext uri="{FF2B5EF4-FFF2-40B4-BE49-F238E27FC236}">
                <a16:creationId xmlns:a16="http://schemas.microsoft.com/office/drawing/2014/main" id="{8BB9B557-AD50-42FE-838D-04598CF0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744" y="5468493"/>
            <a:ext cx="350520" cy="701040"/>
          </a:xfrm>
          <a:prstGeom xmlns:a="http://schemas.openxmlformats.org/drawingml/2006/main" prst="roundRect">
            <a:avLst>
              <a:gd name="adj" fmla="val 27174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  <p:sp>
        <p:nvSpPr>
          <p:cNvPr id="20" name="ad/20">
            <a:extLst xmlns:a="http://schemas.openxmlformats.org/drawingml/2006/main">
              <a:ext uri="{FF2B5EF4-FFF2-40B4-BE49-F238E27FC236}">
                <a16:creationId xmlns:a16="http://schemas.microsoft.com/office/drawing/2014/main" id="{6478A1AC-8553-4416-BE32-5611CA29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62375"/>
            <a:ext cx="5334000" cy="2733675"/>
          </a:xfrm>
          <a:prstGeom xmlns:a="http://schemas.openxmlformats.org/drawingml/2006/main" prst="roundRect">
            <a:avLst>
              <a:gd name="adj" fmla="val 6272"/>
            </a:avLst>
          </a:prstGeom>
          <a:solidFill xmlns:a="http://schemas.openxmlformats.org/drawingml/2006/main">
            <a:srgbClr val="FF7A59">
              <a:alpha val="5000"/>
            </a:srgbClr>
          </a:solidFill>
          <a:ln xmlns:a="http://schemas.openxmlformats.org/drawingml/2006/main" w="19050">
            <a:solidFill>
              <a:srgbClr val="FF7A59"/>
            </a:solidFill>
            <a:prstDash val="solid"/>
          </a:ln>
        </p:spPr>
      </p:sp>
      <p:sp>
        <p:nvSpPr>
          <p:cNvPr id="21" name="ad/21">
            <a:extLst xmlns:a="http://schemas.openxmlformats.org/drawingml/2006/main">
              <a:ext uri="{FF2B5EF4-FFF2-40B4-BE49-F238E27FC236}">
                <a16:creationId xmlns:a16="http://schemas.microsoft.com/office/drawing/2014/main" id="{9560D4CE-D491-4494-B817-7D2BFA7A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905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1800" b="0">
                <a:solidFill>
                  <a:srgbClr val="FF7A59"/>
                </a:solidFill>
                <a:latin typeface=".SF NS"/>
                <a:ea typeface=".SF NS"/>
                <a:cs typeface=".SF NS"/>
              </a:rPr>
              <a:t>Ad</a:t>
            </a:r>
          </a:p>
        </p:txBody>
      </p:sp>
      <p:sp>
        <p:nvSpPr>
          <p:cNvPr id="22" name="ad/22">
            <a:extLst xmlns:a="http://schemas.openxmlformats.org/drawingml/2006/main">
              <a:ext uri="{FF2B5EF4-FFF2-40B4-BE49-F238E27FC236}">
                <a16:creationId xmlns:a16="http://schemas.microsoft.com/office/drawing/2014/main" id="{D1D2A9F5-A4A8-4C91-8DAB-3781CBD0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124325"/>
            <a:ext cx="1657350" cy="1657350"/>
          </a:xfrm>
          <a:custGeom xmlns:a="http://schemas.openxmlformats.org/drawingml/2006/main">
            <a:pathLst>
              <a:path w="952500" h="952500">
                <a:moveTo>
                  <a:pt x="142875" y="457200"/>
                </a:moveTo>
                <a:lnTo>
                  <a:pt x="146268" y="409756"/>
                </a:lnTo>
                <a:lnTo>
                  <a:pt x="156379" y="363277"/>
                </a:lnTo>
                <a:lnTo>
                  <a:pt x="173001" y="318711"/>
                </a:lnTo>
                <a:lnTo>
                  <a:pt x="195797" y="276964"/>
                </a:lnTo>
                <a:lnTo>
                  <a:pt x="224302" y="238886"/>
                </a:lnTo>
                <a:lnTo>
                  <a:pt x="257936" y="205252"/>
                </a:lnTo>
                <a:lnTo>
                  <a:pt x="296014" y="176747"/>
                </a:lnTo>
                <a:lnTo>
                  <a:pt x="337761" y="153951"/>
                </a:lnTo>
                <a:lnTo>
                  <a:pt x="382327" y="137329"/>
                </a:lnTo>
                <a:lnTo>
                  <a:pt x="428806" y="127218"/>
                </a:lnTo>
                <a:lnTo>
                  <a:pt x="476250" y="123825"/>
                </a:lnTo>
                <a:lnTo>
                  <a:pt x="523694" y="127218"/>
                </a:lnTo>
                <a:lnTo>
                  <a:pt x="570173" y="137329"/>
                </a:lnTo>
                <a:lnTo>
                  <a:pt x="614739" y="153951"/>
                </a:lnTo>
                <a:lnTo>
                  <a:pt x="656486" y="176747"/>
                </a:lnTo>
                <a:lnTo>
                  <a:pt x="694564" y="205252"/>
                </a:lnTo>
                <a:lnTo>
                  <a:pt x="728198" y="238886"/>
                </a:lnTo>
                <a:lnTo>
                  <a:pt x="756703" y="276964"/>
                </a:lnTo>
                <a:lnTo>
                  <a:pt x="779499" y="318711"/>
                </a:lnTo>
                <a:lnTo>
                  <a:pt x="796121" y="363277"/>
                </a:lnTo>
                <a:lnTo>
                  <a:pt x="806232" y="409756"/>
                </a:lnTo>
                <a:lnTo>
                  <a:pt x="809625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8B7BFF"/>
            </a:solidFill>
            <a:prstDash val="solid"/>
          </a:ln>
        </p:spPr>
      </p:sp>
      <p:sp>
        <p:nvSpPr>
          <p:cNvPr id="23" name="ad/23">
            <a:extLst xmlns:a="http://schemas.openxmlformats.org/drawingml/2006/main">
              <a:ext uri="{FF2B5EF4-FFF2-40B4-BE49-F238E27FC236}">
                <a16:creationId xmlns:a16="http://schemas.microsoft.com/office/drawing/2014/main" id="{C994B5F3-A539-49E1-8FEF-71A3B427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7634" y="4836986"/>
            <a:ext cx="331470" cy="662940"/>
          </a:xfrm>
          <a:prstGeom xmlns:a="http://schemas.openxmlformats.org/drawingml/2006/main" prst="roundRect">
            <a:avLst>
              <a:gd name="adj" fmla="val 28736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  <p:sp>
        <p:nvSpPr>
          <p:cNvPr id="24" name="ad/24">
            <a:extLst xmlns:a="http://schemas.openxmlformats.org/drawingml/2006/main">
              <a:ext uri="{FF2B5EF4-FFF2-40B4-BE49-F238E27FC236}">
                <a16:creationId xmlns:a16="http://schemas.microsoft.com/office/drawing/2014/main" id="{5F53986F-9298-49C9-8E02-F143E23E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897" y="4836986"/>
            <a:ext cx="331470" cy="662940"/>
          </a:xfrm>
          <a:prstGeom xmlns:a="http://schemas.openxmlformats.org/drawingml/2006/main" prst="roundRect">
            <a:avLst>
              <a:gd name="adj" fmla="val 28736"/>
            </a:avLst>
          </a:prstGeom>
          <a:noFill xmlns:a="http://schemas.openxmlformats.org/drawingml/2006/main"/>
          <a:ln xmlns:a="http://schemas.openxmlformats.org/drawingml/2006/main" w="66675">
            <a:solidFill>
              <a:srgbClr val="8B7BFF"/>
            </a:solidFill>
            <a:prstDash val="solid"/>
          </a:ln>
        </p:spPr>
      </p:sp>
      <p:sp>
        <p:nvSpPr>
          <p:cNvPr id="25" name="ad/25">
            <a:extLst xmlns:a="http://schemas.openxmlformats.org/drawingml/2006/main">
              <a:ext uri="{FF2B5EF4-FFF2-40B4-BE49-F238E27FC236}">
                <a16:creationId xmlns:a16="http://schemas.microsoft.com/office/drawing/2014/main" id="{6CEDB111-A98B-4D77-9B32-BE3CA639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150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325" b="1">
                <a:solidFill>
                  <a:srgbClr val="F5F7FA"/>
                </a:solidFill>
                <a:latin typeface=".SF NS"/>
                <a:ea typeface=".SF NS"/>
                <a:cs typeface=".SF NS"/>
              </a:rPr>
              <a:t>Headphones</a:t>
            </a:r>
          </a:p>
        </p:txBody>
      </p:sp>
      <p:sp>
        <p:nvSpPr>
          <p:cNvPr id="26" name="tracking-link/26">
            <a:extLst xmlns:a="http://schemas.openxmlformats.org/drawingml/2006/main">
              <a:ext uri="{FF2B5EF4-FFF2-40B4-BE49-F238E27FC236}">
                <a16:creationId xmlns:a16="http://schemas.microsoft.com/office/drawing/2014/main" id="{BA7C7F3B-3B37-4876-8E51-B4ECD917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62875" y="7762875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A59"/>
            </a:solidFill>
            <a:prstDash val="dash"/>
          </a:ln>
        </p:spPr>
      </p:sp>
      <p:sp>
        <p:nvSpPr>
          <p:cNvPr id="27" name="tracking-link/27">
            <a:extLst xmlns:a="http://schemas.openxmlformats.org/drawingml/2006/main">
              <a:ext uri="{FF2B5EF4-FFF2-40B4-BE49-F238E27FC236}">
                <a16:creationId xmlns:a16="http://schemas.microsoft.com/office/drawing/2014/main" id="{809E1ED3-DD41-4A2E-A56B-5661AE42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62875" y="73342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A59"/>
            </a:solidFill>
            <a:prstDash val="dash"/>
          </a:ln>
        </p:spPr>
      </p:sp>
      <p:sp>
        <p:nvSpPr>
          <p:cNvPr id="28" name="tracking-link/28">
            <a:extLst xmlns:a="http://schemas.openxmlformats.org/drawingml/2006/main">
              <a:ext uri="{FF2B5EF4-FFF2-40B4-BE49-F238E27FC236}">
                <a16:creationId xmlns:a16="http://schemas.microsoft.com/office/drawing/2014/main" id="{A4EA57F3-E9E2-4C0A-B9AC-5A438787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25125" y="73342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A59"/>
            </a:solidFill>
            <a:prstDash val="dash"/>
          </a:ln>
        </p:spPr>
      </p:sp>
      <p:sp>
        <p:nvSpPr>
          <p:cNvPr id="29" name="tracking-title/29">
            <a:extLst xmlns:a="http://schemas.openxmlformats.org/drawingml/2006/main">
              <a:ext uri="{FF2B5EF4-FFF2-40B4-BE49-F238E27FC236}">
                <a16:creationId xmlns:a16="http://schemas.microsoft.com/office/drawing/2014/main" id="{53DC7457-5929-430E-93BF-66753736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1430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4125" b="1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Tracking Cookies?</a:t>
            </a:r>
          </a:p>
        </p:txBody>
      </p:sp>
    </p:spTree>
    <p:extLst>
      <p:ext uri="{BB962C8B-B14F-4D97-AF65-F5344CB8AC3E}">
        <p14:creationId xmlns:p14="http://schemas.microsoft.com/office/powerpoint/2010/main" val="1921038663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ivider/1">
            <a:extLst xmlns:a="http://schemas.openxmlformats.org/drawingml/2006/main">
              <a:ext uri="{FF2B5EF4-FFF2-40B4-BE49-F238E27FC236}">
                <a16:creationId xmlns:a16="http://schemas.microsoft.com/office/drawing/2014/main" id="{1EC9A439-E184-4154-A742-74F2462B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44000" y="904875"/>
            <a:ext cx="0" cy="862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" name="useful-title/2">
            <a:extLst xmlns:a="http://schemas.openxmlformats.org/drawingml/2006/main">
              <a:ext uri="{FF2B5EF4-FFF2-40B4-BE49-F238E27FC236}">
                <a16:creationId xmlns:a16="http://schemas.microsoft.com/office/drawing/2014/main" id="{1CE9D5C7-5434-478A-89E1-5743B713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35255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4650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Useful</a:t>
            </a:r>
          </a:p>
        </p:txBody>
      </p:sp>
      <p:sp>
        <p:nvSpPr>
          <p:cNvPr id="3" name="tracking-title/3">
            <a:extLst xmlns:a="http://schemas.openxmlformats.org/drawingml/2006/main">
              <a:ext uri="{FF2B5EF4-FFF2-40B4-BE49-F238E27FC236}">
                <a16:creationId xmlns:a16="http://schemas.microsoft.com/office/drawing/2014/main" id="{8675A6CA-9815-4E5D-B9DC-059E77E4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35255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4650" b="1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Tracking</a:t>
            </a:r>
          </a:p>
        </p:txBody>
      </p:sp>
      <p:sp>
        <p:nvSpPr>
          <p:cNvPr id="4" name="cookie/4">
            <a:extLst xmlns:a="http://schemas.openxmlformats.org/drawingml/2006/main">
              <a:ext uri="{FF2B5EF4-FFF2-40B4-BE49-F238E27FC236}">
                <a16:creationId xmlns:a16="http://schemas.microsoft.com/office/drawing/2014/main" id="{F5B78FE3-1FD5-42C2-AC52-18DC8D12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okie/5">
            <a:extLst xmlns:a="http://schemas.openxmlformats.org/drawingml/2006/main">
              <a:ext uri="{FF2B5EF4-FFF2-40B4-BE49-F238E27FC236}">
                <a16:creationId xmlns:a16="http://schemas.microsoft.com/office/drawing/2014/main" id="{A2B6F38E-FC88-4DC9-B2F0-498301EA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okie/6">
            <a:extLst xmlns:a="http://schemas.openxmlformats.org/drawingml/2006/main">
              <a:ext uri="{FF2B5EF4-FFF2-40B4-BE49-F238E27FC236}">
                <a16:creationId xmlns:a16="http://schemas.microsoft.com/office/drawing/2014/main" id="{3AC29E37-9B93-47FC-91C9-6928EB3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okie/7">
            <a:extLst xmlns:a="http://schemas.openxmlformats.org/drawingml/2006/main">
              <a:ext uri="{FF2B5EF4-FFF2-40B4-BE49-F238E27FC236}">
                <a16:creationId xmlns:a16="http://schemas.microsoft.com/office/drawing/2014/main" id="{C6E7023A-91A0-4E11-A413-406E3FE9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14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okie/8">
            <a:extLst xmlns:a="http://schemas.openxmlformats.org/drawingml/2006/main">
              <a:ext uri="{FF2B5EF4-FFF2-40B4-BE49-F238E27FC236}">
                <a16:creationId xmlns:a16="http://schemas.microsoft.com/office/drawing/2014/main" id="{AFE051A7-6C01-49E4-8C7D-57A9BADB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okie/9">
            <a:extLst xmlns:a="http://schemas.openxmlformats.org/drawingml/2006/main">
              <a:ext uri="{FF2B5EF4-FFF2-40B4-BE49-F238E27FC236}">
                <a16:creationId xmlns:a16="http://schemas.microsoft.com/office/drawing/2014/main" id="{6DC19CF9-0B95-48B2-A1F2-90CED888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05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okie/10">
            <a:extLst xmlns:a="http://schemas.openxmlformats.org/drawingml/2006/main">
              <a:ext uri="{FF2B5EF4-FFF2-40B4-BE49-F238E27FC236}">
                <a16:creationId xmlns:a16="http://schemas.microsoft.com/office/drawing/2014/main" id="{E7C73437-A3BF-4801-BF05-5DC790A5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8157828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ivider/1">
            <a:extLst xmlns:a="http://schemas.openxmlformats.org/drawingml/2006/main">
              <a:ext uri="{FF2B5EF4-FFF2-40B4-BE49-F238E27FC236}">
                <a16:creationId xmlns:a16="http://schemas.microsoft.com/office/drawing/2014/main" id="{2A5357F5-5F87-4554-838B-67CF8935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44000" y="904875"/>
            <a:ext cx="0" cy="862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" name="useful-title/2">
            <a:extLst xmlns:a="http://schemas.openxmlformats.org/drawingml/2006/main">
              <a:ext uri="{FF2B5EF4-FFF2-40B4-BE49-F238E27FC236}">
                <a16:creationId xmlns:a16="http://schemas.microsoft.com/office/drawing/2014/main" id="{D0435565-E3C8-458B-8DA7-0A913AA8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35255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4650" b="1">
                <a:solidFill>
                  <a:srgbClr val="34E5A8"/>
                </a:solidFill>
                <a:latin typeface=".SF NS"/>
                <a:ea typeface=".SF NS"/>
                <a:cs typeface=".SF NS"/>
              </a:rPr>
              <a:t>Useful</a:t>
            </a:r>
          </a:p>
        </p:txBody>
      </p:sp>
      <p:sp>
        <p:nvSpPr>
          <p:cNvPr id="3" name="tracking-title/3">
            <a:extLst xmlns:a="http://schemas.openxmlformats.org/drawingml/2006/main">
              <a:ext uri="{FF2B5EF4-FFF2-40B4-BE49-F238E27FC236}">
                <a16:creationId xmlns:a16="http://schemas.microsoft.com/office/drawing/2014/main" id="{8EA2F15A-828D-454D-BF8D-C8D1B558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35255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4650" b="1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Tracking</a:t>
            </a:r>
          </a:p>
        </p:txBody>
      </p:sp>
      <p:sp>
        <p:nvSpPr>
          <p:cNvPr id="4" name="cookie/4">
            <a:extLst xmlns:a="http://schemas.openxmlformats.org/drawingml/2006/main">
              <a:ext uri="{FF2B5EF4-FFF2-40B4-BE49-F238E27FC236}">
                <a16:creationId xmlns:a16="http://schemas.microsoft.com/office/drawing/2014/main" id="{228A10B7-E960-4239-876D-D452468D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okie/5">
            <a:extLst xmlns:a="http://schemas.openxmlformats.org/drawingml/2006/main">
              <a:ext uri="{FF2B5EF4-FFF2-40B4-BE49-F238E27FC236}">
                <a16:creationId xmlns:a16="http://schemas.microsoft.com/office/drawing/2014/main" id="{727B0194-DC70-40D2-A431-F729C580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okie/6">
            <a:extLst xmlns:a="http://schemas.openxmlformats.org/drawingml/2006/main">
              <a:ext uri="{FF2B5EF4-FFF2-40B4-BE49-F238E27FC236}">
                <a16:creationId xmlns:a16="http://schemas.microsoft.com/office/drawing/2014/main" id="{D68F70F9-413E-4E76-AF0E-216E59F1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okie/7">
            <a:extLst xmlns:a="http://schemas.openxmlformats.org/drawingml/2006/main">
              <a:ext uri="{FF2B5EF4-FFF2-40B4-BE49-F238E27FC236}">
                <a16:creationId xmlns:a16="http://schemas.microsoft.com/office/drawing/2014/main" id="{AA9A329C-9BBB-4E3F-8B52-90488A2E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14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okie/8">
            <a:extLst xmlns:a="http://schemas.openxmlformats.org/drawingml/2006/main">
              <a:ext uri="{FF2B5EF4-FFF2-40B4-BE49-F238E27FC236}">
                <a16:creationId xmlns:a16="http://schemas.microsoft.com/office/drawing/2014/main" id="{F22A3441-62E7-4367-AE75-A1EB852B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okie/9">
            <a:extLst xmlns:a="http://schemas.openxmlformats.org/drawingml/2006/main">
              <a:ext uri="{FF2B5EF4-FFF2-40B4-BE49-F238E27FC236}">
                <a16:creationId xmlns:a16="http://schemas.microsoft.com/office/drawing/2014/main" id="{9B70541F-2281-4891-B6D7-908AC7EB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05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okie/10">
            <a:extLst xmlns:a="http://schemas.openxmlformats.org/drawingml/2006/main">
              <a:ext uri="{FF2B5EF4-FFF2-40B4-BE49-F238E27FC236}">
                <a16:creationId xmlns:a16="http://schemas.microsoft.com/office/drawing/2014/main" id="{4DC06499-2EE2-40BB-8DEA-436A1864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se-0/11">
            <a:extLst xmlns:a="http://schemas.openxmlformats.org/drawingml/2006/main">
              <a:ext uri="{FF2B5EF4-FFF2-40B4-BE49-F238E27FC236}">
                <a16:creationId xmlns:a16="http://schemas.microsoft.com/office/drawing/2014/main" id="{5C3244FE-455A-4B35-BE1E-F218BD66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4191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34E5A8"/>
            </a:solidFill>
            <a:prstDash val="solid"/>
          </a:ln>
        </p:spPr>
      </p:sp>
      <p:sp>
        <p:nvSpPr>
          <p:cNvPr id="12" name="use-0/12">
            <a:extLst xmlns:a="http://schemas.openxmlformats.org/drawingml/2006/main">
              <a:ext uri="{FF2B5EF4-FFF2-40B4-BE49-F238E27FC236}">
                <a16:creationId xmlns:a16="http://schemas.microsoft.com/office/drawing/2014/main" id="{4062B615-EEC3-4F08-B77D-BFB70485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672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Login</a:t>
            </a:r>
          </a:p>
        </p:txBody>
      </p:sp>
      <p:sp>
        <p:nvSpPr>
          <p:cNvPr id="13" name="use-1/13">
            <a:extLst xmlns:a="http://schemas.openxmlformats.org/drawingml/2006/main">
              <a:ext uri="{FF2B5EF4-FFF2-40B4-BE49-F238E27FC236}">
                <a16:creationId xmlns:a16="http://schemas.microsoft.com/office/drawing/2014/main" id="{B32A665F-4802-42CC-9211-84FFB5C9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48350"/>
            <a:ext cx="4191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34E5A8"/>
            </a:solidFill>
            <a:prstDash val="solid"/>
          </a:ln>
        </p:spPr>
      </p:sp>
      <p:sp>
        <p:nvSpPr>
          <p:cNvPr id="14" name="use-1/14">
            <a:extLst xmlns:a="http://schemas.openxmlformats.org/drawingml/2006/main">
              <a:ext uri="{FF2B5EF4-FFF2-40B4-BE49-F238E27FC236}">
                <a16:creationId xmlns:a16="http://schemas.microsoft.com/office/drawing/2014/main" id="{17BFA532-7A89-4E86-9D3F-1404903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9912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Language</a:t>
            </a:r>
          </a:p>
        </p:txBody>
      </p:sp>
      <p:sp>
        <p:nvSpPr>
          <p:cNvPr id="15" name="use-2/15">
            <a:extLst xmlns:a="http://schemas.openxmlformats.org/drawingml/2006/main">
              <a:ext uri="{FF2B5EF4-FFF2-40B4-BE49-F238E27FC236}">
                <a16:creationId xmlns:a16="http://schemas.microsoft.com/office/drawing/2014/main" id="{A444589A-D4AC-43DF-9D1C-45E3107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172325"/>
            <a:ext cx="4191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34E5A8"/>
            </a:solidFill>
            <a:prstDash val="solid"/>
          </a:ln>
        </p:spPr>
      </p:sp>
      <p:sp>
        <p:nvSpPr>
          <p:cNvPr id="16" name="use-2/16">
            <a:extLst xmlns:a="http://schemas.openxmlformats.org/drawingml/2006/main">
              <a:ext uri="{FF2B5EF4-FFF2-40B4-BE49-F238E27FC236}">
                <a16:creationId xmlns:a16="http://schemas.microsoft.com/office/drawing/2014/main" id="{8D43A314-1959-4834-9E45-54FADFE9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3152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Shopping Cart</a:t>
            </a:r>
          </a:p>
        </p:txBody>
      </p:sp>
      <p:sp>
        <p:nvSpPr>
          <p:cNvPr id="17" name="track-0/17">
            <a:extLst xmlns:a="http://schemas.openxmlformats.org/drawingml/2006/main">
              <a:ext uri="{FF2B5EF4-FFF2-40B4-BE49-F238E27FC236}">
                <a16:creationId xmlns:a16="http://schemas.microsoft.com/office/drawing/2014/main" id="{A0663DDF-3A53-4FDF-9201-3A80ACA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524375"/>
            <a:ext cx="4191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FF7A59"/>
            </a:solidFill>
            <a:prstDash val="solid"/>
          </a:ln>
        </p:spPr>
      </p:sp>
      <p:sp>
        <p:nvSpPr>
          <p:cNvPr id="18" name="track-0/18">
            <a:extLst xmlns:a="http://schemas.openxmlformats.org/drawingml/2006/main">
              <a:ext uri="{FF2B5EF4-FFF2-40B4-BE49-F238E27FC236}">
                <a16:creationId xmlns:a16="http://schemas.microsoft.com/office/drawing/2014/main" id="{81E9DE64-95FD-4240-A075-DAC74D5E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6672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Interests</a:t>
            </a:r>
          </a:p>
        </p:txBody>
      </p:sp>
      <p:sp>
        <p:nvSpPr>
          <p:cNvPr id="19" name="track-1/19">
            <a:extLst xmlns:a="http://schemas.openxmlformats.org/drawingml/2006/main">
              <a:ext uri="{FF2B5EF4-FFF2-40B4-BE49-F238E27FC236}">
                <a16:creationId xmlns:a16="http://schemas.microsoft.com/office/drawing/2014/main" id="{D06B94E8-4CF0-4C8C-AF41-0952E12E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48350"/>
            <a:ext cx="4191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FF7A59"/>
            </a:solidFill>
            <a:prstDash val="solid"/>
          </a:ln>
        </p:spPr>
      </p:sp>
      <p:sp>
        <p:nvSpPr>
          <p:cNvPr id="20" name="track-1/20">
            <a:extLst xmlns:a="http://schemas.openxmlformats.org/drawingml/2006/main">
              <a:ext uri="{FF2B5EF4-FFF2-40B4-BE49-F238E27FC236}">
                <a16:creationId xmlns:a16="http://schemas.microsoft.com/office/drawing/2014/main" id="{0336BE83-BC80-4814-8EC4-2711BB64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9912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Ads</a:t>
            </a:r>
          </a:p>
        </p:txBody>
      </p:sp>
      <p:sp>
        <p:nvSpPr>
          <p:cNvPr id="21" name="track-2/21">
            <a:extLst xmlns:a="http://schemas.openxmlformats.org/drawingml/2006/main">
              <a:ext uri="{FF2B5EF4-FFF2-40B4-BE49-F238E27FC236}">
                <a16:creationId xmlns:a16="http://schemas.microsoft.com/office/drawing/2014/main" id="{C14E8750-8B79-40EF-A022-7416745E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172325"/>
            <a:ext cx="4191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FF7A59"/>
            </a:solidFill>
            <a:prstDash val="solid"/>
          </a:ln>
        </p:spPr>
      </p:sp>
      <p:sp>
        <p:nvSpPr>
          <p:cNvPr id="22" name="track-2/22">
            <a:extLst xmlns:a="http://schemas.openxmlformats.org/drawingml/2006/main">
              <a:ext uri="{FF2B5EF4-FFF2-40B4-BE49-F238E27FC236}">
                <a16:creationId xmlns:a16="http://schemas.microsoft.com/office/drawing/2014/main" id="{BCF74BC1-7F6D-4927-89DA-577B8D9E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3152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725429513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oad-line/1">
            <a:extLst xmlns:a="http://schemas.openxmlformats.org/drawingml/2006/main">
              <a:ext uri="{FF2B5EF4-FFF2-40B4-BE49-F238E27FC236}">
                <a16:creationId xmlns:a16="http://schemas.microsoft.com/office/drawing/2014/main" id="{99AB96D0-E51F-4002-A8F4-F12DF0C9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81250" y="5143500"/>
            <a:ext cx="1347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" name="road-0/2">
            <a:extLst xmlns:a="http://schemas.openxmlformats.org/drawingml/2006/main">
              <a:ext uri="{FF2B5EF4-FFF2-40B4-BE49-F238E27FC236}">
                <a16:creationId xmlns:a16="http://schemas.microsoft.com/office/drawing/2014/main" id="{929EBB8F-CF1F-40FE-B765-F1965FB1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40000"/>
            </a:srgbClr>
          </a:solidFill>
          <a:ln xmlns:a="http://schemas.openxmlformats.org/drawingml/2006/main" w="14288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3" name="road-0/3">
            <a:extLst xmlns:a="http://schemas.openxmlformats.org/drawingml/2006/main">
              <a:ext uri="{FF2B5EF4-FFF2-40B4-BE49-F238E27FC236}">
                <a16:creationId xmlns:a16="http://schemas.microsoft.com/office/drawing/2014/main" id="{2C881A3C-2F43-4AD4-BF18-0EA2823E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rPr>
              <a:t>What are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rPr>
              <a:t>Cookies?</a:t>
            </a:r>
          </a:p>
        </p:txBody>
      </p:sp>
      <p:sp>
        <p:nvSpPr>
          <p:cNvPr id="4" name="road-1/4">
            <a:extLst xmlns:a="http://schemas.openxmlformats.org/drawingml/2006/main">
              <a:ext uri="{FF2B5EF4-FFF2-40B4-BE49-F238E27FC236}">
                <a16:creationId xmlns:a16="http://schemas.microsoft.com/office/drawing/2014/main" id="{321B3759-67F5-406F-9C50-3E492F89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40000"/>
            </a:srgbClr>
          </a:solidFill>
          <a:ln xmlns:a="http://schemas.openxmlformats.org/drawingml/2006/main" w="14288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5" name="road-1/5">
            <a:extLst xmlns:a="http://schemas.openxmlformats.org/drawingml/2006/main">
              <a:ext uri="{FF2B5EF4-FFF2-40B4-BE49-F238E27FC236}">
                <a16:creationId xmlns:a16="http://schemas.microsoft.com/office/drawing/2014/main" id="{47AE81F4-BA8C-4E80-AEF3-4BB619B7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rPr>
              <a:t>What do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rPr>
              <a:t>they store?</a:t>
            </a:r>
          </a:p>
        </p:txBody>
      </p:sp>
      <p:sp>
        <p:nvSpPr>
          <p:cNvPr id="6" name="road-2/6">
            <a:extLst xmlns:a="http://schemas.openxmlformats.org/drawingml/2006/main">
              <a:ext uri="{FF2B5EF4-FFF2-40B4-BE49-F238E27FC236}">
                <a16:creationId xmlns:a16="http://schemas.microsoft.com/office/drawing/2014/main" id="{6DDD38AC-B3D9-4B71-AA8A-73D364A2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40000"/>
            </a:srgbClr>
          </a:solidFill>
          <a:ln xmlns:a="http://schemas.openxmlformats.org/drawingml/2006/main" w="14288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7" name="road-2/7">
            <a:extLst xmlns:a="http://schemas.openxmlformats.org/drawingml/2006/main">
              <a:ext uri="{FF2B5EF4-FFF2-40B4-BE49-F238E27FC236}">
                <a16:creationId xmlns:a16="http://schemas.microsoft.com/office/drawing/2014/main" id="{857AC606-2FC3-4284-A281-52B967C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rPr>
              <a:t>Cookie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rPr>
              <a:t>Types</a:t>
            </a:r>
          </a:p>
        </p:txBody>
      </p:sp>
      <p:sp>
        <p:nvSpPr>
          <p:cNvPr id="8" name="road-3/8">
            <a:extLst xmlns:a="http://schemas.openxmlformats.org/drawingml/2006/main">
              <a:ext uri="{FF2B5EF4-FFF2-40B4-BE49-F238E27FC236}">
                <a16:creationId xmlns:a16="http://schemas.microsoft.com/office/drawing/2014/main" id="{549CC896-AD16-4579-A0AB-B1E3E722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40000"/>
            </a:srgbClr>
          </a:solidFill>
          <a:ln xmlns:a="http://schemas.openxmlformats.org/drawingml/2006/main" w="14288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9" name="road-3/9">
            <a:extLst xmlns:a="http://schemas.openxmlformats.org/drawingml/2006/main">
              <a:ext uri="{FF2B5EF4-FFF2-40B4-BE49-F238E27FC236}">
                <a16:creationId xmlns:a16="http://schemas.microsoft.com/office/drawing/2014/main" id="{497ABC9A-F074-4979-B1D4-3338744A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rPr>
              <a:t>Privacy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40000"/>
                  </a:srgbClr>
                </a:solidFill>
                <a:latin typeface=".SF NS"/>
                <a:ea typeface=".SF NS"/>
                <a:cs typeface=".SF NS"/>
              </a:rPr>
              <a:t>&amp; Consent</a:t>
            </a:r>
          </a:p>
        </p:txBody>
      </p:sp>
    </p:spTree>
    <p:extLst>
      <p:ext uri="{BB962C8B-B14F-4D97-AF65-F5344CB8AC3E}">
        <p14:creationId xmlns:p14="http://schemas.microsoft.com/office/powerpoint/2010/main" val="642335067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oad-line/1">
            <a:extLst xmlns:a="http://schemas.openxmlformats.org/drawingml/2006/main">
              <a:ext uri="{FF2B5EF4-FFF2-40B4-BE49-F238E27FC236}">
                <a16:creationId xmlns:a16="http://schemas.microsoft.com/office/drawing/2014/main" id="{30282334-0461-4370-8F4C-9BE93360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81250" y="5143500"/>
            <a:ext cx="1347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" name="road-0/2">
            <a:extLst xmlns:a="http://schemas.openxmlformats.org/drawingml/2006/main">
              <a:ext uri="{FF2B5EF4-FFF2-40B4-BE49-F238E27FC236}">
                <a16:creationId xmlns:a16="http://schemas.microsoft.com/office/drawing/2014/main" id="{F7400E13-90C6-473D-A3C1-6C1F52A4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9" y="4200525"/>
            <a:ext cx="3405188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12172E">
              <a:alpha val="100000"/>
            </a:srgbClr>
          </a:solidFill>
          <a:ln xmlns:a="http://schemas.openxmlformats.org/drawingml/2006/main" w="23813">
            <a:solidFill>
              <a:srgbClr val="00D9FF">
                <a:alpha val="100000"/>
              </a:srgbClr>
            </a:solidFill>
            <a:prstDash val="solid"/>
          </a:ln>
        </p:spPr>
      </p:sp>
      <p:sp>
        <p:nvSpPr>
          <p:cNvPr id="3" name="road-0/3">
            <a:extLst xmlns:a="http://schemas.openxmlformats.org/drawingml/2006/main">
              <a:ext uri="{FF2B5EF4-FFF2-40B4-BE49-F238E27FC236}">
                <a16:creationId xmlns:a16="http://schemas.microsoft.com/office/drawing/2014/main" id="{10CB1A6D-9A29-409E-B493-57069898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69" y="4467225"/>
            <a:ext cx="30241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rPr>
              <a:t>What are</a:t>
            </a:r>
          </a:p>
          <a:p xmlns:a="http://schemas.openxmlformats.org/drawingml/2006/main">
            <a:pPr algn="ctr">
              <a:def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rPr>
              <a:t>Cookies?</a:t>
            </a:r>
          </a:p>
        </p:txBody>
      </p:sp>
      <p:sp>
        <p:nvSpPr>
          <p:cNvPr id="4" name="road-1/4">
            <a:extLst xmlns:a="http://schemas.openxmlformats.org/drawingml/2006/main">
              <a:ext uri="{FF2B5EF4-FFF2-40B4-BE49-F238E27FC236}">
                <a16:creationId xmlns:a16="http://schemas.microsoft.com/office/drawing/2014/main" id="{E73CA124-6FDE-4EB7-B452-37FBDE3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30000"/>
            </a:srgbClr>
          </a:solidFill>
          <a:ln xmlns:a="http://schemas.openxmlformats.org/drawingml/2006/main" w="14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5" name="road-1/5">
            <a:extLst xmlns:a="http://schemas.openxmlformats.org/drawingml/2006/main">
              <a:ext uri="{FF2B5EF4-FFF2-40B4-BE49-F238E27FC236}">
                <a16:creationId xmlns:a16="http://schemas.microsoft.com/office/drawing/2014/main" id="{7B96C742-6E37-466F-83BE-0A17D36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What do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they store?</a:t>
            </a:r>
          </a:p>
        </p:txBody>
      </p:sp>
      <p:sp>
        <p:nvSpPr>
          <p:cNvPr id="6" name="road-2/6">
            <a:extLst xmlns:a="http://schemas.openxmlformats.org/drawingml/2006/main">
              <a:ext uri="{FF2B5EF4-FFF2-40B4-BE49-F238E27FC236}">
                <a16:creationId xmlns:a16="http://schemas.microsoft.com/office/drawing/2014/main" id="{9428AE67-D7B0-4850-8A2B-8B762A3B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30000"/>
            </a:srgbClr>
          </a:solidFill>
          <a:ln xmlns:a="http://schemas.openxmlformats.org/drawingml/2006/main" w="14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7" name="road-2/7">
            <a:extLst xmlns:a="http://schemas.openxmlformats.org/drawingml/2006/main">
              <a:ext uri="{FF2B5EF4-FFF2-40B4-BE49-F238E27FC236}">
                <a16:creationId xmlns:a16="http://schemas.microsoft.com/office/drawing/2014/main" id="{EB1D16CC-FDAF-4A8F-BC83-D3E43FD1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Cookie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Types</a:t>
            </a:r>
          </a:p>
        </p:txBody>
      </p:sp>
      <p:sp>
        <p:nvSpPr>
          <p:cNvPr id="8" name="road-3/8">
            <a:extLst xmlns:a="http://schemas.openxmlformats.org/drawingml/2006/main">
              <a:ext uri="{FF2B5EF4-FFF2-40B4-BE49-F238E27FC236}">
                <a16:creationId xmlns:a16="http://schemas.microsoft.com/office/drawing/2014/main" id="{CE0414C3-7ACC-4EE0-B348-8227B575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30000"/>
            </a:srgbClr>
          </a:solidFill>
          <a:ln xmlns:a="http://schemas.openxmlformats.org/drawingml/2006/main" w="14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9" name="road-3/9">
            <a:extLst xmlns:a="http://schemas.openxmlformats.org/drawingml/2006/main">
              <a:ext uri="{FF2B5EF4-FFF2-40B4-BE49-F238E27FC236}">
                <a16:creationId xmlns:a16="http://schemas.microsoft.com/office/drawing/2014/main" id="{69BDE914-5C3D-4D57-8E99-3243D207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Privacy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&amp; Consent</a:t>
            </a:r>
          </a:p>
        </p:txBody>
      </p:sp>
    </p:spTree>
    <p:extLst>
      <p:ext uri="{BB962C8B-B14F-4D97-AF65-F5344CB8AC3E}">
        <p14:creationId xmlns:p14="http://schemas.microsoft.com/office/powerpoint/2010/main" val="1069680666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oad-line/1">
            <a:extLst xmlns:a="http://schemas.openxmlformats.org/drawingml/2006/main">
              <a:ext uri="{FF2B5EF4-FFF2-40B4-BE49-F238E27FC236}">
                <a16:creationId xmlns:a16="http://schemas.microsoft.com/office/drawing/2014/main" id="{F205F593-105F-4499-9B9B-B8D34FE1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81250" y="5143500"/>
            <a:ext cx="1347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" name="road-0/2">
            <a:extLst xmlns:a="http://schemas.openxmlformats.org/drawingml/2006/main">
              <a:ext uri="{FF2B5EF4-FFF2-40B4-BE49-F238E27FC236}">
                <a16:creationId xmlns:a16="http://schemas.microsoft.com/office/drawing/2014/main" id="{A2C4B00A-31D6-413C-9CF6-DCDE993F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30000"/>
            </a:srgbClr>
          </a:solidFill>
          <a:ln xmlns:a="http://schemas.openxmlformats.org/drawingml/2006/main" w="14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3" name="road-0/3">
            <a:extLst xmlns:a="http://schemas.openxmlformats.org/drawingml/2006/main">
              <a:ext uri="{FF2B5EF4-FFF2-40B4-BE49-F238E27FC236}">
                <a16:creationId xmlns:a16="http://schemas.microsoft.com/office/drawing/2014/main" id="{D13B7417-8111-4813-8D28-7CC8B6B0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What are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Cookies?</a:t>
            </a:r>
          </a:p>
        </p:txBody>
      </p:sp>
      <p:sp>
        <p:nvSpPr>
          <p:cNvPr id="4" name="road-1/4">
            <a:extLst xmlns:a="http://schemas.openxmlformats.org/drawingml/2006/main">
              <a:ext uri="{FF2B5EF4-FFF2-40B4-BE49-F238E27FC236}">
                <a16:creationId xmlns:a16="http://schemas.microsoft.com/office/drawing/2014/main" id="{FDBBE543-B89E-46C6-89E7-0C0CCEB9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094" y="4200525"/>
            <a:ext cx="3405188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12172E">
              <a:alpha val="100000"/>
            </a:srgbClr>
          </a:solidFill>
          <a:ln xmlns:a="http://schemas.openxmlformats.org/drawingml/2006/main" w="23813">
            <a:solidFill>
              <a:srgbClr val="00D9FF">
                <a:alpha val="100000"/>
              </a:srgbClr>
            </a:solidFill>
            <a:prstDash val="solid"/>
          </a:ln>
        </p:spPr>
      </p:sp>
      <p:sp>
        <p:nvSpPr>
          <p:cNvPr id="5" name="road-1/5">
            <a:extLst xmlns:a="http://schemas.openxmlformats.org/drawingml/2006/main">
              <a:ext uri="{FF2B5EF4-FFF2-40B4-BE49-F238E27FC236}">
                <a16:creationId xmlns:a16="http://schemas.microsoft.com/office/drawing/2014/main" id="{AA43A7D6-D8C7-4796-BB28-D3940ECC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594" y="4467225"/>
            <a:ext cx="30241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rPr>
              <a:t>What do</a:t>
            </a:r>
          </a:p>
          <a:p xmlns:a="http://schemas.openxmlformats.org/drawingml/2006/main">
            <a:pPr algn="ctr">
              <a:def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rPr>
              <a:t>they store?</a:t>
            </a:r>
          </a:p>
        </p:txBody>
      </p:sp>
      <p:sp>
        <p:nvSpPr>
          <p:cNvPr id="6" name="road-2/6">
            <a:extLst xmlns:a="http://schemas.openxmlformats.org/drawingml/2006/main">
              <a:ext uri="{FF2B5EF4-FFF2-40B4-BE49-F238E27FC236}">
                <a16:creationId xmlns:a16="http://schemas.microsoft.com/office/drawing/2014/main" id="{0CF3C057-FEB1-46BC-AD80-AB4DC00F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30000"/>
            </a:srgbClr>
          </a:solidFill>
          <a:ln xmlns:a="http://schemas.openxmlformats.org/drawingml/2006/main" w="14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7" name="road-2/7">
            <a:extLst xmlns:a="http://schemas.openxmlformats.org/drawingml/2006/main">
              <a:ext uri="{FF2B5EF4-FFF2-40B4-BE49-F238E27FC236}">
                <a16:creationId xmlns:a16="http://schemas.microsoft.com/office/drawing/2014/main" id="{7A44DBCC-4F38-4399-B15A-A4FCFEA1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Cookie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Types</a:t>
            </a:r>
          </a:p>
        </p:txBody>
      </p:sp>
      <p:sp>
        <p:nvSpPr>
          <p:cNvPr id="8" name="road-3/8">
            <a:extLst xmlns:a="http://schemas.openxmlformats.org/drawingml/2006/main">
              <a:ext uri="{FF2B5EF4-FFF2-40B4-BE49-F238E27FC236}">
                <a16:creationId xmlns:a16="http://schemas.microsoft.com/office/drawing/2014/main" id="{0F4F5129-4BDF-4A47-8269-8134CCE5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30000"/>
            </a:srgbClr>
          </a:solidFill>
          <a:ln xmlns:a="http://schemas.openxmlformats.org/drawingml/2006/main" w="14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9" name="road-3/9">
            <a:extLst xmlns:a="http://schemas.openxmlformats.org/drawingml/2006/main">
              <a:ext uri="{FF2B5EF4-FFF2-40B4-BE49-F238E27FC236}">
                <a16:creationId xmlns:a16="http://schemas.microsoft.com/office/drawing/2014/main" id="{382A4E8B-5F0F-40D0-982F-7615CC70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Privacy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&amp; Consent</a:t>
            </a:r>
          </a:p>
        </p:txBody>
      </p:sp>
    </p:spTree>
    <p:extLst>
      <p:ext uri="{BB962C8B-B14F-4D97-AF65-F5344CB8AC3E}">
        <p14:creationId xmlns:p14="http://schemas.microsoft.com/office/powerpoint/2010/main" val="673676387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oad-line/1">
            <a:extLst xmlns:a="http://schemas.openxmlformats.org/drawingml/2006/main">
              <a:ext uri="{FF2B5EF4-FFF2-40B4-BE49-F238E27FC236}">
                <a16:creationId xmlns:a16="http://schemas.microsoft.com/office/drawing/2014/main" id="{C64B6EC1-B229-42F1-B87D-F5112D3D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81250" y="5143500"/>
            <a:ext cx="1347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" name="road-0/2">
            <a:extLst xmlns:a="http://schemas.openxmlformats.org/drawingml/2006/main">
              <a:ext uri="{FF2B5EF4-FFF2-40B4-BE49-F238E27FC236}">
                <a16:creationId xmlns:a16="http://schemas.microsoft.com/office/drawing/2014/main" id="{477329AE-9A78-4C7E-B0B0-3E5795F4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30000"/>
            </a:srgbClr>
          </a:solidFill>
          <a:ln xmlns:a="http://schemas.openxmlformats.org/drawingml/2006/main" w="14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3" name="road-0/3">
            <a:extLst xmlns:a="http://schemas.openxmlformats.org/drawingml/2006/main">
              <a:ext uri="{FF2B5EF4-FFF2-40B4-BE49-F238E27FC236}">
                <a16:creationId xmlns:a16="http://schemas.microsoft.com/office/drawing/2014/main" id="{4EA3466F-5DF4-4023-8661-22B086D6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What are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Cookies?</a:t>
            </a:r>
          </a:p>
        </p:txBody>
      </p:sp>
      <p:sp>
        <p:nvSpPr>
          <p:cNvPr id="4" name="road-1/4">
            <a:extLst xmlns:a="http://schemas.openxmlformats.org/drawingml/2006/main">
              <a:ext uri="{FF2B5EF4-FFF2-40B4-BE49-F238E27FC236}">
                <a16:creationId xmlns:a16="http://schemas.microsoft.com/office/drawing/2014/main" id="{32ECF0DD-7D12-40A5-92BA-4795275A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86250"/>
            <a:ext cx="30956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72E">
              <a:alpha val="30000"/>
            </a:srgbClr>
          </a:solidFill>
          <a:ln xmlns:a="http://schemas.openxmlformats.org/drawingml/2006/main" w="14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5" name="road-1/5">
            <a:extLst xmlns:a="http://schemas.openxmlformats.org/drawingml/2006/main">
              <a:ext uri="{FF2B5EF4-FFF2-40B4-BE49-F238E27FC236}">
                <a16:creationId xmlns:a16="http://schemas.microsoft.com/office/drawing/2014/main" id="{132E10A9-2EF1-4CEC-B5E7-B1C6B4C0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5295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What do</a:t>
            </a:r>
          </a:p>
          <a:p xmlns:a="http://schemas.openxmlformats.org/drawingml/2006/main">
            <a:pPr algn="ctr">
              <a:def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0">
                <a:solidFill>
                  <a:srgbClr val="F5F7FA">
                    <a:alpha val="30000"/>
                  </a:srgbClr>
                </a:solidFill>
                <a:latin typeface=".SF NS"/>
                <a:ea typeface=".SF NS"/>
                <a:cs typeface=".SF NS"/>
              </a:rPr>
              <a:t>they store?</a:t>
            </a:r>
          </a:p>
        </p:txBody>
      </p:sp>
      <p:sp>
        <p:nvSpPr>
          <p:cNvPr id="6" name="road-2/6">
            <a:extLst xmlns:a="http://schemas.openxmlformats.org/drawingml/2006/main">
              <a:ext uri="{FF2B5EF4-FFF2-40B4-BE49-F238E27FC236}">
                <a16:creationId xmlns:a16="http://schemas.microsoft.com/office/drawing/2014/main" id="{6A1392CF-DDEF-4EF7-B316-09C9FA22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719" y="4200525"/>
            <a:ext cx="3405188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12172E">
              <a:alpha val="100000"/>
            </a:srgbClr>
          </a:solidFill>
          <a:ln xmlns:a="http://schemas.openxmlformats.org/drawingml/2006/main" w="23813">
            <a:solidFill>
              <a:srgbClr val="00D9FF">
                <a:alpha val="100000"/>
              </a:srgbClr>
            </a:solidFill>
            <a:prstDash val="solid"/>
          </a:ln>
        </p:spPr>
      </p:sp>
      <p:sp>
        <p:nvSpPr>
          <p:cNvPr id="7" name="road-2/7">
            <a:extLst xmlns:a="http://schemas.openxmlformats.org/drawingml/2006/main">
              <a:ext uri="{FF2B5EF4-FFF2-40B4-BE49-F238E27FC236}">
                <a16:creationId xmlns:a16="http://schemas.microsoft.com/office/drawing/2014/main" id="{7AE87247-E89B-41D0-A75D-414C6320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4467225"/>
            <a:ext cx="30241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rPr>
              <a:t>Cookie</a:t>
            </a:r>
          </a:p>
          <a:p xmlns:a="http://schemas.openxmlformats.org/drawingml/2006/main">
            <a:pPr algn="ctr">
              <a:def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rPr>
              <a:t>Types</a:t>
            </a:r>
          </a:p>
        </p:txBody>
      </p:sp>
      <p:sp>
        <p:nvSpPr>
          <p:cNvPr id="8" name="road-3/8">
            <a:extLst xmlns:a="http://schemas.openxmlformats.org/drawingml/2006/main">
              <a:ext uri="{FF2B5EF4-FFF2-40B4-BE49-F238E27FC236}">
                <a16:creationId xmlns:a16="http://schemas.microsoft.com/office/drawing/2014/main" id="{E30F833A-CC7D-4510-85DE-58271F89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9344" y="4200525"/>
            <a:ext cx="3405188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12172E">
              <a:alpha val="100000"/>
            </a:srgbClr>
          </a:solidFill>
          <a:ln xmlns:a="http://schemas.openxmlformats.org/drawingml/2006/main" w="23813">
            <a:solidFill>
              <a:srgbClr val="00D9FF">
                <a:alpha val="100000"/>
              </a:srgbClr>
            </a:solidFill>
            <a:prstDash val="solid"/>
          </a:ln>
        </p:spPr>
      </p:sp>
      <p:sp>
        <p:nvSpPr>
          <p:cNvPr id="9" name="road-3/9">
            <a:extLst xmlns:a="http://schemas.openxmlformats.org/drawingml/2006/main">
              <a:ext uri="{FF2B5EF4-FFF2-40B4-BE49-F238E27FC236}">
                <a16:creationId xmlns:a16="http://schemas.microsoft.com/office/drawing/2014/main" id="{02B2F57D-1E32-48E2-BC6D-4F2B8CB7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844" y="4467225"/>
            <a:ext cx="30241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rPr>
              <a:t>Privacy</a:t>
            </a:r>
          </a:p>
          <a:p xmlns:a="http://schemas.openxmlformats.org/drawingml/2006/main">
            <a:pPr algn="ctr">
              <a:def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defRPr>
            </a:pPr>
            <a:r>
              <a:rPr sz="2700" b="1">
                <a:solidFill>
                  <a:srgbClr val="F5F7FA">
                    <a:alpha val="100000"/>
                  </a:srgbClr>
                </a:solidFill>
                <a:latin typeface=".SF NS"/>
                <a:ea typeface=".SF NS"/>
                <a:cs typeface=".SF NS"/>
              </a:rPr>
              <a:t>&amp; Consent</a:t>
            </a:r>
          </a:p>
        </p:txBody>
      </p:sp>
    </p:spTree>
    <p:extLst>
      <p:ext uri="{BB962C8B-B14F-4D97-AF65-F5344CB8AC3E}">
        <p14:creationId xmlns:p14="http://schemas.microsoft.com/office/powerpoint/2010/main" val="1795016697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devtools/1">
            <a:extLst xmlns:a="http://schemas.openxmlformats.org/drawingml/2006/main">
              <a:ext uri="{FF2B5EF4-FFF2-40B4-BE49-F238E27FC236}">
                <a16:creationId xmlns:a16="http://schemas.microsoft.com/office/drawing/2014/main" id="{39B9F1C1-5658-4A08-8DBC-5655E4FB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24000"/>
            <a:ext cx="13335000" cy="72390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D1224"/>
          </a:solidFill>
          <a:ln xmlns:a="http://schemas.openxmlformats.org/drawingml/2006/main" w="14288">
            <a:solidFill>
              <a:srgbClr val="00D9FF"/>
            </a:solidFill>
            <a:prstDash val="solid"/>
          </a:ln>
        </p:spPr>
      </p:sp>
      <p:sp>
        <p:nvSpPr>
          <p:cNvPr id="2" name="devtools/2">
            <a:extLst xmlns:a="http://schemas.openxmlformats.org/drawingml/2006/main">
              <a:ext uri="{FF2B5EF4-FFF2-40B4-BE49-F238E27FC236}">
                <a16:creationId xmlns:a16="http://schemas.microsoft.com/office/drawing/2014/main" id="{E5590D3C-6874-42D3-A091-268151B7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526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Elements</a:t>
            </a:r>
          </a:p>
        </p:txBody>
      </p:sp>
      <p:sp>
        <p:nvSpPr>
          <p:cNvPr id="3" name="devtools/3">
            <a:extLst xmlns:a="http://schemas.openxmlformats.org/drawingml/2006/main">
              <a:ext uri="{FF2B5EF4-FFF2-40B4-BE49-F238E27FC236}">
                <a16:creationId xmlns:a16="http://schemas.microsoft.com/office/drawing/2014/main" id="{9E7E8092-4AAE-427A-BAC8-4FB993E8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5260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Console</a:t>
            </a:r>
          </a:p>
        </p:txBody>
      </p:sp>
      <p:sp>
        <p:nvSpPr>
          <p:cNvPr id="4" name="devtools/4">
            <a:extLst xmlns:a="http://schemas.openxmlformats.org/drawingml/2006/main">
              <a:ext uri="{FF2B5EF4-FFF2-40B4-BE49-F238E27FC236}">
                <a16:creationId xmlns:a16="http://schemas.microsoft.com/office/drawing/2014/main" id="{260AB88E-ED46-444F-8B27-F42F3C7C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250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Application / Storage</a:t>
            </a:r>
          </a:p>
        </p:txBody>
      </p:sp>
      <p:sp>
        <p:nvSpPr>
          <p:cNvPr id="5" name="devtools/5">
            <a:extLst xmlns:a="http://schemas.openxmlformats.org/drawingml/2006/main">
              <a:ext uri="{FF2B5EF4-FFF2-40B4-BE49-F238E27FC236}">
                <a16:creationId xmlns:a16="http://schemas.microsoft.com/office/drawing/2014/main" id="{108EEAA9-A597-445D-BD18-EC027329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0" y="23145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6" name="devtools/6">
            <a:extLst xmlns:a="http://schemas.openxmlformats.org/drawingml/2006/main">
              <a:ext uri="{FF2B5EF4-FFF2-40B4-BE49-F238E27FC236}">
                <a16:creationId xmlns:a16="http://schemas.microsoft.com/office/drawing/2014/main" id="{62EDCEAA-948B-41E3-BD98-672767B9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76500" y="23336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7" name="cookie-table/7">
            <a:extLst xmlns:a="http://schemas.openxmlformats.org/drawingml/2006/main">
              <a:ext uri="{FF2B5EF4-FFF2-40B4-BE49-F238E27FC236}">
                <a16:creationId xmlns:a16="http://schemas.microsoft.com/office/drawing/2014/main" id="{22B27DBC-FAF7-4951-919A-362029F7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4317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Cookies</a:t>
            </a:r>
          </a:p>
        </p:txBody>
      </p:sp>
      <p:sp>
        <p:nvSpPr>
          <p:cNvPr id="8" name="cookie-table/8">
            <a:extLst xmlns:a="http://schemas.openxmlformats.org/drawingml/2006/main">
              <a:ext uri="{FF2B5EF4-FFF2-40B4-BE49-F238E27FC236}">
                <a16:creationId xmlns:a16="http://schemas.microsoft.com/office/drawing/2014/main" id="{B02079AC-62FD-44A5-97F3-07C568CD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257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okie-table/9">
            <a:extLst xmlns:a="http://schemas.openxmlformats.org/drawingml/2006/main">
              <a:ext uri="{FF2B5EF4-FFF2-40B4-BE49-F238E27FC236}">
                <a16:creationId xmlns:a16="http://schemas.microsoft.com/office/drawing/2014/main" id="{7EF23ECC-3B37-4208-8244-62CA2C7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Name</a:t>
            </a:r>
          </a:p>
        </p:txBody>
      </p:sp>
      <p:sp>
        <p:nvSpPr>
          <p:cNvPr id="10" name="cookie-table/10">
            <a:extLst xmlns:a="http://schemas.openxmlformats.org/drawingml/2006/main">
              <a:ext uri="{FF2B5EF4-FFF2-40B4-BE49-F238E27FC236}">
                <a16:creationId xmlns:a16="http://schemas.microsoft.com/office/drawing/2014/main" id="{3E03BC61-5100-4922-9C4A-C6D2EA0C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004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Value</a:t>
            </a:r>
          </a:p>
        </p:txBody>
      </p:sp>
      <p:sp>
        <p:nvSpPr>
          <p:cNvPr id="11" name="cookie-table/11">
            <a:extLst xmlns:a="http://schemas.openxmlformats.org/drawingml/2006/main">
              <a:ext uri="{FF2B5EF4-FFF2-40B4-BE49-F238E27FC236}">
                <a16:creationId xmlns:a16="http://schemas.microsoft.com/office/drawing/2014/main" id="{512C8778-DC65-4CE3-91C0-3E1E179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0040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Domain</a:t>
            </a:r>
          </a:p>
        </p:txBody>
      </p:sp>
      <p:sp>
        <p:nvSpPr>
          <p:cNvPr id="12" name="cookie-row/12">
            <a:extLst xmlns:a="http://schemas.openxmlformats.org/drawingml/2006/main">
              <a:ext uri="{FF2B5EF4-FFF2-40B4-BE49-F238E27FC236}">
                <a16:creationId xmlns:a16="http://schemas.microsoft.com/office/drawing/2014/main" id="{8375C31B-9DF3-4B36-9B39-0B3B6C83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12573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0D9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okie-row/13">
            <a:extLst xmlns:a="http://schemas.openxmlformats.org/drawingml/2006/main">
              <a:ext uri="{FF2B5EF4-FFF2-40B4-BE49-F238E27FC236}">
                <a16:creationId xmlns:a16="http://schemas.microsoft.com/office/drawing/2014/main" id="{64B22402-FB22-445C-A1C7-2C83E2C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766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defRPr>
            </a:pPr>
            <a:r>
              <a: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rPr>
              <a:t>username</a:t>
            </a:r>
          </a:p>
        </p:txBody>
      </p:sp>
      <p:sp>
        <p:nvSpPr>
          <p:cNvPr id="14" name="cookie-row/14">
            <a:extLst xmlns:a="http://schemas.openxmlformats.org/drawingml/2006/main">
              <a:ext uri="{FF2B5EF4-FFF2-40B4-BE49-F238E27FC236}">
                <a16:creationId xmlns:a16="http://schemas.microsoft.com/office/drawing/2014/main" id="{9E6CDED7-6E89-477B-A947-55C6F54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766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defRPr>
            </a:pPr>
            <a:r>
              <a: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rPr>
              <a:t>Abdo</a:t>
            </a:r>
          </a:p>
        </p:txBody>
      </p:sp>
      <p:sp>
        <p:nvSpPr>
          <p:cNvPr id="15" name="cookie-row/15">
            <a:extLst xmlns:a="http://schemas.openxmlformats.org/drawingml/2006/main">
              <a:ext uri="{FF2B5EF4-FFF2-40B4-BE49-F238E27FC236}">
                <a16:creationId xmlns:a16="http://schemas.microsoft.com/office/drawing/2014/main" id="{458ACC02-44A0-421F-B1CD-61B8975C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766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defRPr>
            </a:pPr>
            <a:r>
              <a: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rPr>
              <a:t>localhost</a:t>
            </a:r>
          </a:p>
        </p:txBody>
      </p:sp>
    </p:spTree>
    <p:extLst>
      <p:ext uri="{BB962C8B-B14F-4D97-AF65-F5344CB8AC3E}">
        <p14:creationId xmlns:p14="http://schemas.microsoft.com/office/powerpoint/2010/main" val="1357232163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evtools/1">
            <a:extLst xmlns:a="http://schemas.openxmlformats.org/drawingml/2006/main">
              <a:ext uri="{FF2B5EF4-FFF2-40B4-BE49-F238E27FC236}">
                <a16:creationId xmlns:a16="http://schemas.microsoft.com/office/drawing/2014/main" id="{27A7BA78-4BF4-4F6D-8A9B-0560E3F2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24000"/>
            <a:ext cx="13335000" cy="72390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D1224"/>
          </a:solidFill>
          <a:ln xmlns:a="http://schemas.openxmlformats.org/drawingml/2006/main" w="14288">
            <a:solidFill>
              <a:srgbClr val="00D9FF"/>
            </a:solidFill>
            <a:prstDash val="solid"/>
          </a:ln>
        </p:spPr>
      </p:sp>
      <p:sp>
        <p:nvSpPr>
          <p:cNvPr id="2" name="devtools/2">
            <a:extLst xmlns:a="http://schemas.openxmlformats.org/drawingml/2006/main">
              <a:ext uri="{FF2B5EF4-FFF2-40B4-BE49-F238E27FC236}">
                <a16:creationId xmlns:a16="http://schemas.microsoft.com/office/drawing/2014/main" id="{CEE215C7-73D9-47AC-A940-3D99FDE6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526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Elements</a:t>
            </a:r>
          </a:p>
        </p:txBody>
      </p:sp>
      <p:sp>
        <p:nvSpPr>
          <p:cNvPr id="3" name="devtools/3">
            <a:extLst xmlns:a="http://schemas.openxmlformats.org/drawingml/2006/main">
              <a:ext uri="{FF2B5EF4-FFF2-40B4-BE49-F238E27FC236}">
                <a16:creationId xmlns:a16="http://schemas.microsoft.com/office/drawing/2014/main" id="{C662E96B-6BC4-43BF-8408-90AA25E3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5260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75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Console</a:t>
            </a:r>
          </a:p>
        </p:txBody>
      </p:sp>
      <p:sp>
        <p:nvSpPr>
          <p:cNvPr id="4" name="devtools/4">
            <a:extLst xmlns:a="http://schemas.openxmlformats.org/drawingml/2006/main">
              <a:ext uri="{FF2B5EF4-FFF2-40B4-BE49-F238E27FC236}">
                <a16:creationId xmlns:a16="http://schemas.microsoft.com/office/drawing/2014/main" id="{78F063B4-4773-481E-A735-1F29966F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250" b="1">
                <a:solidFill>
                  <a:srgbClr val="00D9FF"/>
                </a:solidFill>
                <a:latin typeface=".SF NS"/>
                <a:ea typeface=".SF NS"/>
                <a:cs typeface=".SF NS"/>
              </a:rPr>
              <a:t>Application / Storage</a:t>
            </a:r>
          </a:p>
        </p:txBody>
      </p:sp>
      <p:sp>
        <p:nvSpPr>
          <p:cNvPr id="5" name="devtools/5">
            <a:extLst xmlns:a="http://schemas.openxmlformats.org/drawingml/2006/main">
              <a:ext uri="{FF2B5EF4-FFF2-40B4-BE49-F238E27FC236}">
                <a16:creationId xmlns:a16="http://schemas.microsoft.com/office/drawing/2014/main" id="{99B4AC6D-FB24-4B3A-A41B-607A09C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0" y="23145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9FF"/>
            </a:solidFill>
            <a:prstDash val="solid"/>
          </a:ln>
        </p:spPr>
      </p:sp>
      <p:sp>
        <p:nvSpPr>
          <p:cNvPr id="6" name="devtools/6">
            <a:extLst xmlns:a="http://schemas.openxmlformats.org/drawingml/2006/main">
              <a:ext uri="{FF2B5EF4-FFF2-40B4-BE49-F238E27FC236}">
                <a16:creationId xmlns:a16="http://schemas.microsoft.com/office/drawing/2014/main" id="{E80392F7-391D-4E8D-823B-89D9FA41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76500" y="23336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7" name="cookie-table/7">
            <a:extLst xmlns:a="http://schemas.openxmlformats.org/drawingml/2006/main">
              <a:ext uri="{FF2B5EF4-FFF2-40B4-BE49-F238E27FC236}">
                <a16:creationId xmlns:a16="http://schemas.microsoft.com/office/drawing/2014/main" id="{4CF240BD-3E44-4385-BF8B-10F75893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4317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Cookies</a:t>
            </a:r>
          </a:p>
        </p:txBody>
      </p:sp>
      <p:sp>
        <p:nvSpPr>
          <p:cNvPr id="8" name="cookie-table/8">
            <a:extLst xmlns:a="http://schemas.openxmlformats.org/drawingml/2006/main">
              <a:ext uri="{FF2B5EF4-FFF2-40B4-BE49-F238E27FC236}">
                <a16:creationId xmlns:a16="http://schemas.microsoft.com/office/drawing/2014/main" id="{21A3E141-FB53-4436-A26E-850217EF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257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okie-table/9">
            <a:extLst xmlns:a="http://schemas.openxmlformats.org/drawingml/2006/main">
              <a:ext uri="{FF2B5EF4-FFF2-40B4-BE49-F238E27FC236}">
                <a16:creationId xmlns:a16="http://schemas.microsoft.com/office/drawing/2014/main" id="{BFA260E0-0CE0-4F8B-8CA0-9F4F1468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Name</a:t>
            </a:r>
          </a:p>
        </p:txBody>
      </p:sp>
      <p:sp>
        <p:nvSpPr>
          <p:cNvPr id="10" name="cookie-table/10">
            <a:extLst xmlns:a="http://schemas.openxmlformats.org/drawingml/2006/main">
              <a:ext uri="{FF2B5EF4-FFF2-40B4-BE49-F238E27FC236}">
                <a16:creationId xmlns:a16="http://schemas.microsoft.com/office/drawing/2014/main" id="{91684A3C-8ABB-4DB2-B09A-CF227EE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004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Value</a:t>
            </a:r>
          </a:p>
        </p:txBody>
      </p:sp>
      <p:sp>
        <p:nvSpPr>
          <p:cNvPr id="11" name="cookie-table/11">
            <a:extLst xmlns:a="http://schemas.openxmlformats.org/drawingml/2006/main">
              <a:ext uri="{FF2B5EF4-FFF2-40B4-BE49-F238E27FC236}">
                <a16:creationId xmlns:a16="http://schemas.microsoft.com/office/drawing/2014/main" id="{3619A178-9483-4BA8-9D6F-A38E5295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0040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Domain</a:t>
            </a:r>
          </a:p>
        </p:txBody>
      </p:sp>
      <p:sp>
        <p:nvSpPr>
          <p:cNvPr id="12" name="cookie-row/12">
            <a:extLst xmlns:a="http://schemas.openxmlformats.org/drawingml/2006/main">
              <a:ext uri="{FF2B5EF4-FFF2-40B4-BE49-F238E27FC236}">
                <a16:creationId xmlns:a16="http://schemas.microsoft.com/office/drawing/2014/main" id="{040258E0-F334-41F7-950E-8C839CE6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12573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0D9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okie-row/13">
            <a:extLst xmlns:a="http://schemas.openxmlformats.org/drawingml/2006/main">
              <a:ext uri="{FF2B5EF4-FFF2-40B4-BE49-F238E27FC236}">
                <a16:creationId xmlns:a16="http://schemas.microsoft.com/office/drawing/2014/main" id="{613F73D0-100A-49E7-A8B2-2F5E6E80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766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defRPr>
            </a:pPr>
            <a:r>
              <a: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rPr>
              <a:t>username</a:t>
            </a:r>
          </a:p>
        </p:txBody>
      </p:sp>
      <p:sp>
        <p:nvSpPr>
          <p:cNvPr id="14" name="cookie-row/14">
            <a:extLst xmlns:a="http://schemas.openxmlformats.org/drawingml/2006/main">
              <a:ext uri="{FF2B5EF4-FFF2-40B4-BE49-F238E27FC236}">
                <a16:creationId xmlns:a16="http://schemas.microsoft.com/office/drawing/2014/main" id="{8A73E5FC-BD09-4362-ACA6-6140A8D4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766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defRPr>
            </a:pPr>
            <a:r>
              <a: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rPr>
              <a:t>Abdo</a:t>
            </a:r>
          </a:p>
        </p:txBody>
      </p:sp>
      <p:sp>
        <p:nvSpPr>
          <p:cNvPr id="15" name="cookie-row/15">
            <a:extLst xmlns:a="http://schemas.openxmlformats.org/drawingml/2006/main">
              <a:ext uri="{FF2B5EF4-FFF2-40B4-BE49-F238E27FC236}">
                <a16:creationId xmlns:a16="http://schemas.microsoft.com/office/drawing/2014/main" id="{2266CD67-5A18-447D-B88B-20D47B8C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766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defRPr>
            </a:pPr>
            <a:r>
              <a:rPr sz="2175" b="0">
                <a:solidFill>
                  <a:srgbClr val="F5F7FA"/>
                </a:solidFill>
                <a:latin typeface=".SF NS Mono"/>
                <a:ea typeface=".SF NS Mono"/>
                <a:cs typeface=".SF NS Mono"/>
              </a:rPr>
              <a:t>localhost</a:t>
            </a:r>
          </a:p>
        </p:txBody>
      </p:sp>
      <p:sp>
        <p:nvSpPr>
          <p:cNvPr id="16" name="code/16">
            <a:extLst xmlns:a="http://schemas.openxmlformats.org/drawingml/2006/main">
              <a:ext uri="{FF2B5EF4-FFF2-40B4-BE49-F238E27FC236}">
                <a16:creationId xmlns:a16="http://schemas.microsoft.com/office/drawing/2014/main" id="{F8AE34FB-A936-4678-BA65-35910FB4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9675"/>
            <a:ext cx="125730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8B7BFF"/>
            </a:solidFill>
            <a:prstDash val="solid"/>
          </a:ln>
        </p:spPr>
      </p:sp>
      <p:sp>
        <p:nvSpPr>
          <p:cNvPr id="17" name="code/17">
            <a:extLst xmlns:a="http://schemas.openxmlformats.org/drawingml/2006/main">
              <a:ext uri="{FF2B5EF4-FFF2-40B4-BE49-F238E27FC236}">
                <a16:creationId xmlns:a16="http://schemas.microsoft.com/office/drawing/2014/main" id="{526050BB-68C3-43AD-AABC-C388467F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340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D9FF"/>
                </a:solidFill>
                <a:latin typeface=".SF NS Mono"/>
                <a:ea typeface=".SF NS Mono"/>
                <a:cs typeface=".SF NS Mono"/>
              </a:defRPr>
            </a:pPr>
            <a:r>
              <a:rPr sz="2850" b="0">
                <a:solidFill>
                  <a:srgbClr val="00D9FF"/>
                </a:solidFill>
                <a:latin typeface=".SF NS Mono"/>
                <a:ea typeface=".SF NS Mono"/>
                <a:cs typeface=".SF NS Mono"/>
              </a:rPr>
              <a:t>document.cookie</a:t>
            </a:r>
          </a:p>
        </p:txBody>
      </p:sp>
      <p:sp>
        <p:nvSpPr>
          <p:cNvPr id="18" name="code/18">
            <a:extLst xmlns:a="http://schemas.openxmlformats.org/drawingml/2006/main">
              <a:ext uri="{FF2B5EF4-FFF2-40B4-BE49-F238E27FC236}">
                <a16:creationId xmlns:a16="http://schemas.microsoft.com/office/drawing/2014/main" id="{AE492683-16C6-4E74-8EC3-874A0AC7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34025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5F7FA"/>
                </a:solidFill>
                <a:latin typeface=".SF NS Mono"/>
                <a:ea typeface=".SF NS Mono"/>
                <a:cs typeface=".SF NS Mono"/>
              </a:defRPr>
            </a:pPr>
            <a:r>
              <a:rPr sz="2850" b="0">
                <a:solidFill>
                  <a:srgbClr val="F5F7FA"/>
                </a:solidFill>
                <a:latin typeface=".SF NS Mono"/>
                <a:ea typeface=".SF NS Mono"/>
                <a:cs typeface=".SF NS Mono"/>
              </a:rPr>
              <a:t>= "username=Abdo";</a:t>
            </a:r>
          </a:p>
        </p:txBody>
      </p:sp>
      <p:sp>
        <p:nvSpPr>
          <p:cNvPr id="19" name="action-0/19">
            <a:extLst xmlns:a="http://schemas.openxmlformats.org/drawingml/2006/main">
              <a:ext uri="{FF2B5EF4-FFF2-40B4-BE49-F238E27FC236}">
                <a16:creationId xmlns:a16="http://schemas.microsoft.com/office/drawing/2014/main" id="{81E79ED4-B011-4F36-A516-2AF56098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3437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2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Create</a:t>
            </a:r>
          </a:p>
        </p:txBody>
      </p:sp>
      <p:sp>
        <p:nvSpPr>
          <p:cNvPr id="20" name="action-1/20">
            <a:extLst xmlns:a="http://schemas.openxmlformats.org/drawingml/2006/main">
              <a:ext uri="{FF2B5EF4-FFF2-40B4-BE49-F238E27FC236}">
                <a16:creationId xmlns:a16="http://schemas.microsoft.com/office/drawing/2014/main" id="{F0FFEDB0-1F3D-4936-A054-671FA8E9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73437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2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Read</a:t>
            </a:r>
          </a:p>
        </p:txBody>
      </p:sp>
      <p:sp>
        <p:nvSpPr>
          <p:cNvPr id="21" name="action-2/21">
            <a:extLst xmlns:a="http://schemas.openxmlformats.org/drawingml/2006/main">
              <a:ext uri="{FF2B5EF4-FFF2-40B4-BE49-F238E27FC236}">
                <a16:creationId xmlns:a16="http://schemas.microsoft.com/office/drawing/2014/main" id="{795A3B5A-4DDB-45F3-BCF5-87975D34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3437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225" b="1">
                <a:solidFill>
                  <a:srgbClr val="FFB800"/>
                </a:solidFill>
                <a:latin typeface=".SF NS"/>
                <a:ea typeface=".SF NS"/>
                <a:cs typeface=".SF NS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266441954"/>
      </p:ext>
    </p:extLst>
  </p:cSld>
</p:sld>
</file>

<file path=ppt/slides/slide2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browser/1">
            <a:extLst xmlns:a="http://schemas.openxmlformats.org/drawingml/2006/main">
              <a:ext uri="{FF2B5EF4-FFF2-40B4-BE49-F238E27FC236}">
                <a16:creationId xmlns:a16="http://schemas.microsoft.com/office/drawing/2014/main" id="{DF44C35C-3728-4E7B-9B7F-0961312A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33500"/>
            <a:ext cx="11430000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browser/2">
            <a:extLst xmlns:a="http://schemas.openxmlformats.org/drawingml/2006/main">
              <a:ext uri="{FF2B5EF4-FFF2-40B4-BE49-F238E27FC236}">
                <a16:creationId xmlns:a16="http://schemas.microsoft.com/office/drawing/2014/main" id="{81758BA9-50BA-4B46-9AEC-B0B6FD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113919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owser/3">
            <a:extLst xmlns:a="http://schemas.openxmlformats.org/drawingml/2006/main">
              <a:ext uri="{FF2B5EF4-FFF2-40B4-BE49-F238E27FC236}">
                <a16:creationId xmlns:a16="http://schemas.microsoft.com/office/drawing/2014/main" id="{4775BA77-BF20-4A2D-902A-5B3EA444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wser/4">
            <a:extLst xmlns:a="http://schemas.openxmlformats.org/drawingml/2006/main">
              <a:ext uri="{FF2B5EF4-FFF2-40B4-BE49-F238E27FC236}">
                <a16:creationId xmlns:a16="http://schemas.microsoft.com/office/drawing/2014/main" id="{5ADC2C81-6BD1-4454-97DD-2BF72515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wser/5">
            <a:extLst xmlns:a="http://schemas.openxmlformats.org/drawingml/2006/main">
              <a:ext uri="{FF2B5EF4-FFF2-40B4-BE49-F238E27FC236}">
                <a16:creationId xmlns:a16="http://schemas.microsoft.com/office/drawing/2014/main" id="{83653529-A1D6-4063-86BC-DA7A9F4F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85900"/>
            <a:ext cx="9048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owser/6">
            <a:extLst xmlns:a="http://schemas.openxmlformats.org/drawingml/2006/main">
              <a:ext uri="{FF2B5EF4-FFF2-40B4-BE49-F238E27FC236}">
                <a16:creationId xmlns:a16="http://schemas.microsoft.com/office/drawing/2014/main" id="{A41CA339-ACE3-4A1A-8F60-B467DD80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33525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example.com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163A4732-5B00-4929-8DC0-CA00AC39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29000" y="20193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browser/8">
            <a:extLst xmlns:a="http://schemas.openxmlformats.org/drawingml/2006/main">
              <a:ext uri="{FF2B5EF4-FFF2-40B4-BE49-F238E27FC236}">
                <a16:creationId xmlns:a16="http://schemas.microsoft.com/office/drawing/2014/main" id="{47C46390-9035-4A4B-B732-703E26A6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66975"/>
            <a:ext cx="46863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8A93A6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rowser/9">
            <a:extLst xmlns:a="http://schemas.openxmlformats.org/drawingml/2006/main">
              <a:ext uri="{FF2B5EF4-FFF2-40B4-BE49-F238E27FC236}">
                <a16:creationId xmlns:a16="http://schemas.microsoft.com/office/drawing/2014/main" id="{DB0737EF-0052-4E92-97F1-2D11B7EE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5943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owser/10">
            <a:extLst xmlns:a="http://schemas.openxmlformats.org/drawingml/2006/main">
              <a:ext uri="{FF2B5EF4-FFF2-40B4-BE49-F238E27FC236}">
                <a16:creationId xmlns:a16="http://schemas.microsoft.com/office/drawing/2014/main" id="{0E548B88-7F65-40AA-A8F4-A4B6F8D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943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rowser/11">
            <a:extLst xmlns:a="http://schemas.openxmlformats.org/drawingml/2006/main">
              <a:ext uri="{FF2B5EF4-FFF2-40B4-BE49-F238E27FC236}">
                <a16:creationId xmlns:a16="http://schemas.microsoft.com/office/drawing/2014/main" id="{6E00EB28-70FB-42E6-B5F9-AB068EBD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4229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3A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/12">
            <a:extLst xmlns:a="http://schemas.openxmlformats.org/drawingml/2006/main">
              <a:ext uri="{FF2B5EF4-FFF2-40B4-BE49-F238E27FC236}">
                <a16:creationId xmlns:a16="http://schemas.microsoft.com/office/drawing/2014/main" id="{3FC3B7B2-1E1B-497F-A283-621ED03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9555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B7BFF">
              <a:alpha val="10000"/>
            </a:srgbClr>
          </a:solidFill>
          <a:ln xmlns:a="http://schemas.openxmlformats.org/drawingml/2006/main" w="9525">
            <a:solidFill>
              <a:srgbClr val="8B7BFF">
                <a:alpha val="20000"/>
              </a:srgbClr>
            </a:solidFill>
            <a:prstDash val="solid"/>
          </a:ln>
        </p:spPr>
      </p:sp>
      <p:sp>
        <p:nvSpPr>
          <p:cNvPr id="13" name="browser/13">
            <a:extLst xmlns:a="http://schemas.openxmlformats.org/drawingml/2006/main">
              <a:ext uri="{FF2B5EF4-FFF2-40B4-BE49-F238E27FC236}">
                <a16:creationId xmlns:a16="http://schemas.microsoft.com/office/drawing/2014/main" id="{F657CE81-35AE-42B8-9E2E-79DA0AEC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owser/14">
            <a:extLst xmlns:a="http://schemas.openxmlformats.org/drawingml/2006/main">
              <a:ext uri="{FF2B5EF4-FFF2-40B4-BE49-F238E27FC236}">
                <a16:creationId xmlns:a16="http://schemas.microsoft.com/office/drawing/2014/main" id="{447D0F13-ECE7-4D76-98C2-352E6719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rowser/15">
            <a:extLst xmlns:a="http://schemas.openxmlformats.org/drawingml/2006/main">
              <a:ext uri="{FF2B5EF4-FFF2-40B4-BE49-F238E27FC236}">
                <a16:creationId xmlns:a16="http://schemas.microsoft.com/office/drawing/2014/main" id="{1494FA4C-1F91-4D67-B13E-3D327073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rowser/16">
            <a:extLst xmlns:a="http://schemas.openxmlformats.org/drawingml/2006/main">
              <a:ext uri="{FF2B5EF4-FFF2-40B4-BE49-F238E27FC236}">
                <a16:creationId xmlns:a16="http://schemas.microsoft.com/office/drawing/2014/main" id="{3F30E6B8-8824-4231-A736-593E8F6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rowser/17">
            <a:extLst xmlns:a="http://schemas.openxmlformats.org/drawingml/2006/main">
              <a:ext uri="{FF2B5EF4-FFF2-40B4-BE49-F238E27FC236}">
                <a16:creationId xmlns:a16="http://schemas.microsoft.com/office/drawing/2014/main" id="{E95FB356-B76E-4F2B-A6B6-26FA3CE4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rowser/18">
            <a:extLst xmlns:a="http://schemas.openxmlformats.org/drawingml/2006/main">
              <a:ext uri="{FF2B5EF4-FFF2-40B4-BE49-F238E27FC236}">
                <a16:creationId xmlns:a16="http://schemas.microsoft.com/office/drawing/2014/main" id="{68C2CE91-E810-4421-826F-B06656BD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rowser/19">
            <a:extLst xmlns:a="http://schemas.openxmlformats.org/drawingml/2006/main">
              <a:ext uri="{FF2B5EF4-FFF2-40B4-BE49-F238E27FC236}">
                <a16:creationId xmlns:a16="http://schemas.microsoft.com/office/drawing/2014/main" id="{8EC1CAD4-B290-44C4-95F9-042A5CCA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72050"/>
            <a:ext cx="28003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9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rowser/20">
            <a:extLst xmlns:a="http://schemas.openxmlformats.org/drawingml/2006/main">
              <a:ext uri="{FF2B5EF4-FFF2-40B4-BE49-F238E27FC236}">
                <a16:creationId xmlns:a16="http://schemas.microsoft.com/office/drawing/2014/main" id="{C23BD7E5-B622-4A21-8C1B-5C46AFAC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48275"/>
            <a:ext cx="17145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rowser/21">
            <a:extLst xmlns:a="http://schemas.openxmlformats.org/drawingml/2006/main">
              <a:ext uri="{FF2B5EF4-FFF2-40B4-BE49-F238E27FC236}">
                <a16:creationId xmlns:a16="http://schemas.microsoft.com/office/drawing/2014/main" id="{4C286DE0-3741-49E9-922D-5F123FE4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476875"/>
            <a:ext cx="205740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93A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nsent/22">
            <a:extLst xmlns:a="http://schemas.openxmlformats.org/drawingml/2006/main">
              <a:ext uri="{FF2B5EF4-FFF2-40B4-BE49-F238E27FC236}">
                <a16:creationId xmlns:a16="http://schemas.microsoft.com/office/drawing/2014/main" id="{F40BD1F7-0252-4B63-A109-AC157454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096000"/>
            <a:ext cx="95250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A0E27"/>
          </a:solidFill>
          <a:ln xmlns:a="http://schemas.openxmlformats.org/drawingml/2006/main" w="19050">
            <a:solidFill>
              <a:srgbClr val="8B7BFF"/>
            </a:solidFill>
            <a:prstDash val="solid"/>
          </a:ln>
        </p:spPr>
      </p:sp>
      <p:sp>
        <p:nvSpPr>
          <p:cNvPr id="23" name="consent/23">
            <a:extLst xmlns:a="http://schemas.openxmlformats.org/drawingml/2006/main">
              <a:ext uri="{FF2B5EF4-FFF2-40B4-BE49-F238E27FC236}">
                <a16:creationId xmlns:a16="http://schemas.microsoft.com/office/drawing/2014/main" id="{5BC1E55C-CFFF-46F1-9E44-3ABEF125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436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000" b="0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نستخدم ملفات تعريف الارتباط لتحسين تجربتك</a:t>
            </a:r>
          </a:p>
        </p:txBody>
      </p:sp>
      <p:sp>
        <p:nvSpPr>
          <p:cNvPr id="24" name="accept/24">
            <a:extLst xmlns:a="http://schemas.openxmlformats.org/drawingml/2006/main">
              <a:ext uri="{FF2B5EF4-FFF2-40B4-BE49-F238E27FC236}">
                <a16:creationId xmlns:a16="http://schemas.microsoft.com/office/drawing/2014/main" id="{484F3FE4-04B3-41E3-9881-21A31F6C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239000"/>
            <a:ext cx="2095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ccept/25">
            <a:extLst xmlns:a="http://schemas.openxmlformats.org/drawingml/2006/main">
              <a:ext uri="{FF2B5EF4-FFF2-40B4-BE49-F238E27FC236}">
                <a16:creationId xmlns:a16="http://schemas.microsoft.com/office/drawing/2014/main" id="{7D266377-2981-48AE-B57C-EDEC6C5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277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.SF NS"/>
                <a:ea typeface=".SF NS"/>
                <a:cs typeface=".SF NS"/>
              </a:defRPr>
            </a:pPr>
            <a:r>
              <a:rPr sz="2100" b="1">
                <a:solidFill>
                  <a:srgbClr val="000000"/>
                </a:solidFill>
                <a:latin typeface=".SF NS"/>
                <a:ea typeface=".SF NS"/>
                <a:cs typeface=".SF NS"/>
              </a:rPr>
              <a:t>Accept All</a:t>
            </a:r>
          </a:p>
        </p:txBody>
      </p:sp>
      <p:sp>
        <p:nvSpPr>
          <p:cNvPr id="26" name="reject/26">
            <a:extLst xmlns:a="http://schemas.openxmlformats.org/drawingml/2006/main">
              <a:ext uri="{FF2B5EF4-FFF2-40B4-BE49-F238E27FC236}">
                <a16:creationId xmlns:a16="http://schemas.microsoft.com/office/drawing/2014/main" id="{66A8B044-4339-41EA-97E5-8099B81B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8A93A6"/>
            </a:solidFill>
            <a:prstDash val="solid"/>
          </a:ln>
        </p:spPr>
      </p:sp>
      <p:sp>
        <p:nvSpPr>
          <p:cNvPr id="27" name="reject/27">
            <a:extLst xmlns:a="http://schemas.openxmlformats.org/drawingml/2006/main">
              <a:ext uri="{FF2B5EF4-FFF2-40B4-BE49-F238E27FC236}">
                <a16:creationId xmlns:a16="http://schemas.microsoft.com/office/drawing/2014/main" id="{642D98E2-BE5C-4631-A5AC-230F12F7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771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2100" b="0">
                <a:solidFill>
                  <a:srgbClr val="F5F7FA"/>
                </a:solidFill>
                <a:latin typeface=".SF NS"/>
                <a:ea typeface=".SF NS"/>
                <a:cs typeface=".SF NS"/>
              </a:rPr>
              <a:t>Reject</a:t>
            </a:r>
          </a:p>
        </p:txBody>
      </p:sp>
      <p:sp>
        <p:nvSpPr>
          <p:cNvPr id="28" name="cursor/28">
            <a:extLst xmlns:a="http://schemas.openxmlformats.org/drawingml/2006/main">
              <a:ext uri="{FF2B5EF4-FFF2-40B4-BE49-F238E27FC236}">
                <a16:creationId xmlns:a16="http://schemas.microsoft.com/office/drawing/2014/main" id="{1470F524-55A3-48D9-8A41-6A949051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7553325"/>
            <a:ext cx="466725" cy="466725"/>
          </a:xfrm>
          <a:custGeom xmlns:a="http://schemas.openxmlformats.org/drawingml/2006/main">
            <a:pathLst>
              <a:path w="952500" h="952500">
                <a:moveTo>
                  <a:pt x="95250" y="38100"/>
                </a:moveTo>
                <a:lnTo>
                  <a:pt x="95250" y="790575"/>
                </a:lnTo>
                <a:lnTo>
                  <a:pt x="295275" y="609600"/>
                </a:lnTo>
                <a:lnTo>
                  <a:pt x="457200" y="914400"/>
                </a:lnTo>
                <a:lnTo>
                  <a:pt x="600075" y="828675"/>
                </a:lnTo>
                <a:lnTo>
                  <a:pt x="428625" y="542925"/>
                </a:lnTo>
                <a:lnTo>
                  <a:pt x="695325" y="542925"/>
                </a:lnTo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50">
            <a:solidFill>
              <a:srgbClr val="080B15"/>
            </a:solidFill>
            <a:prstDash val="solid"/>
          </a:ln>
        </p:spPr>
      </p:sp>
      <p:sp>
        <p:nvSpPr>
          <p:cNvPr id="29" name="thought/29">
            <a:extLst xmlns:a="http://schemas.openxmlformats.org/drawingml/2006/main">
              <a:ext uri="{FF2B5EF4-FFF2-40B4-BE49-F238E27FC236}">
                <a16:creationId xmlns:a16="http://schemas.microsoft.com/office/drawing/2014/main" id="{F8AE3C3B-67D0-4672-85F0-45B2B5B1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058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>
              <a:alpha val="10000"/>
            </a:srgbClr>
          </a:solidFill>
          <a:ln xmlns:a="http://schemas.openxmlformats.org/drawingml/2006/main" w="19050">
            <a:solidFill>
              <a:srgbClr val="8B7BFF"/>
            </a:solidFill>
            <a:prstDash val="solid"/>
          </a:ln>
        </p:spPr>
      </p:sp>
      <p:sp>
        <p:nvSpPr>
          <p:cNvPr id="30" name="thought/30">
            <a:extLst xmlns:a="http://schemas.openxmlformats.org/drawingml/2006/main">
              <a:ext uri="{FF2B5EF4-FFF2-40B4-BE49-F238E27FC236}">
                <a16:creationId xmlns:a16="http://schemas.microsoft.com/office/drawing/2014/main" id="{9AD6C863-4CC2-4905-A5B7-DC0EA848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70485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2700" b="1">
                <a:solidFill>
                  <a:srgbClr val="8B7BFF"/>
                </a:solidFill>
                <a:latin typeface=".SF NS"/>
                <a:ea typeface=".SF NS"/>
                <a:cs typeface=".SF NS"/>
              </a:rPr>
              <a:t>?</a:t>
            </a:r>
          </a:p>
        </p:txBody>
      </p:sp>
      <p:sp>
        <p:nvSpPr>
          <p:cNvPr id="31" name="thought/31">
            <a:extLst xmlns:a="http://schemas.openxmlformats.org/drawingml/2006/main">
              <a:ext uri="{FF2B5EF4-FFF2-40B4-BE49-F238E27FC236}">
                <a16:creationId xmlns:a16="http://schemas.microsoft.com/office/drawing/2014/main" id="{9749BAE2-9D8B-4D74-8D2B-919D58EF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52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hought/32">
            <a:extLst xmlns:a="http://schemas.openxmlformats.org/drawingml/2006/main">
              <a:ext uri="{FF2B5EF4-FFF2-40B4-BE49-F238E27FC236}">
                <a16:creationId xmlns:a16="http://schemas.microsoft.com/office/drawing/2014/main" id="{D0475CDF-0567-44FA-8E1B-FFFAA81F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7677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2501005"/>
      </p:ext>
    </p:extLst>
  </p:cSld>
</p:sld>
</file>

<file path=ppt/slides/slide2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owser/1">
            <a:extLst xmlns:a="http://schemas.openxmlformats.org/drawingml/2006/main">
              <a:ext uri="{FF2B5EF4-FFF2-40B4-BE49-F238E27FC236}">
                <a16:creationId xmlns:a16="http://schemas.microsoft.com/office/drawing/2014/main" id="{CAEB3EF0-18D2-40AA-A9EA-62880059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5029200" cy="29337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2172E"/>
          </a:solidFill>
          <a:ln xmlns:a="http://schemas.openxmlformats.org/drawingml/2006/main" w="14288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2" name="browser/2">
            <a:extLst xmlns:a="http://schemas.openxmlformats.org/drawingml/2006/main">
              <a:ext uri="{FF2B5EF4-FFF2-40B4-BE49-F238E27FC236}">
                <a16:creationId xmlns:a16="http://schemas.microsoft.com/office/drawing/2014/main" id="{7029B7EE-76FB-4F6E-95A6-01AF2E9B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81400"/>
            <a:ext cx="499110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191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owser/3">
            <a:extLst xmlns:a="http://schemas.openxmlformats.org/drawingml/2006/main">
              <a:ext uri="{FF2B5EF4-FFF2-40B4-BE49-F238E27FC236}">
                <a16:creationId xmlns:a16="http://schemas.microsoft.com/office/drawing/2014/main" id="{4BCE74FB-2455-4D25-B881-C51CF19E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wser/4">
            <a:extLst xmlns:a="http://schemas.openxmlformats.org/drawingml/2006/main">
              <a:ext uri="{FF2B5EF4-FFF2-40B4-BE49-F238E27FC236}">
                <a16:creationId xmlns:a16="http://schemas.microsoft.com/office/drawing/2014/main" id="{AD3A8DDD-50F4-4BDF-A050-67BD639F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wser/5">
            <a:extLst xmlns:a="http://schemas.openxmlformats.org/drawingml/2006/main">
              <a:ext uri="{FF2B5EF4-FFF2-40B4-BE49-F238E27FC236}">
                <a16:creationId xmlns:a16="http://schemas.microsoft.com/office/drawing/2014/main" id="{06F680B9-86D4-4E9C-AE13-C086532A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26479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owser/6">
            <a:extLst xmlns:a="http://schemas.openxmlformats.org/drawingml/2006/main">
              <a:ext uri="{FF2B5EF4-FFF2-40B4-BE49-F238E27FC236}">
                <a16:creationId xmlns:a16="http://schemas.microsoft.com/office/drawing/2014/main" id="{D7E6ADB6-172E-4D40-9540-648A278B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93A6"/>
                </a:solidFill>
                <a:latin typeface=".SF NS"/>
                <a:ea typeface=".SF NS"/>
                <a:cs typeface=".SF NS"/>
              </a:defRPr>
            </a:pPr>
            <a:r>
              <a:rPr sz="1650" b="0">
                <a:solidFill>
                  <a:srgbClr val="8A93A6"/>
                </a:solidFill>
                <a:latin typeface=".SF NS"/>
                <a:ea typeface=".SF NS"/>
                <a:cs typeface=".SF NS"/>
              </a:rPr>
              <a:t>example.com</a:t>
            </a:r>
          </a:p>
        </p:txBody>
      </p:sp>
      <p:sp>
        <p:nvSpPr>
          <p:cNvPr id="7" name="browser/7">
            <a:extLst xmlns:a="http://schemas.openxmlformats.org/drawingml/2006/main">
              <a:ext uri="{FF2B5EF4-FFF2-40B4-BE49-F238E27FC236}">
                <a16:creationId xmlns:a16="http://schemas.microsoft.com/office/drawing/2014/main" id="{2BB35B05-C05C-4E46-90F8-0B1B6AB1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29400" y="42481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9FF">
                <a:alpha val="18000"/>
              </a:srgbClr>
            </a:solidFill>
            <a:prstDash val="solid"/>
          </a:ln>
        </p:spPr>
      </p:sp>
      <p:sp>
        <p:nvSpPr>
          <p:cNvPr id="8" name="cookie/8">
            <a:extLst xmlns:a="http://schemas.openxmlformats.org/drawingml/2006/main">
              <a:ext uri="{FF2B5EF4-FFF2-40B4-BE49-F238E27FC236}">
                <a16:creationId xmlns:a16="http://schemas.microsoft.com/office/drawing/2014/main" id="{5A20B2F3-4BEE-4E95-AD28-850CDF38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9102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okie/9">
            <a:extLst xmlns:a="http://schemas.openxmlformats.org/drawingml/2006/main">
              <a:ext uri="{FF2B5EF4-FFF2-40B4-BE49-F238E27FC236}">
                <a16:creationId xmlns:a16="http://schemas.microsoft.com/office/drawing/2014/main" id="{E1FA5513-33BE-4F60-84B3-BB4FC8CC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65345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okie/10">
            <a:extLst xmlns:a="http://schemas.openxmlformats.org/drawingml/2006/main">
              <a:ext uri="{FF2B5EF4-FFF2-40B4-BE49-F238E27FC236}">
                <a16:creationId xmlns:a16="http://schemas.microsoft.com/office/drawing/2014/main" id="{5141BBEC-B388-4779-93A8-BBE54F75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461962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okie/11">
            <a:extLst xmlns:a="http://schemas.openxmlformats.org/drawingml/2006/main">
              <a:ext uri="{FF2B5EF4-FFF2-40B4-BE49-F238E27FC236}">
                <a16:creationId xmlns:a16="http://schemas.microsoft.com/office/drawing/2014/main" id="{0FE28C7C-EE48-4283-B0A4-C9D8555B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28235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okie/12">
            <a:extLst xmlns:a="http://schemas.openxmlformats.org/drawingml/2006/main">
              <a:ext uri="{FF2B5EF4-FFF2-40B4-BE49-F238E27FC236}">
                <a16:creationId xmlns:a16="http://schemas.microsoft.com/office/drawing/2014/main" id="{2C576481-0DA1-4A44-8E52-D974BD1E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504253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okie/13">
            <a:extLst xmlns:a="http://schemas.openxmlformats.org/drawingml/2006/main">
              <a:ext uri="{FF2B5EF4-FFF2-40B4-BE49-F238E27FC236}">
                <a16:creationId xmlns:a16="http://schemas.microsoft.com/office/drawing/2014/main" id="{155C8D99-D63F-4664-A5BA-14D6D981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8256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okie/14">
            <a:extLst xmlns:a="http://schemas.openxmlformats.org/drawingml/2006/main">
              <a:ext uri="{FF2B5EF4-FFF2-40B4-BE49-F238E27FC236}">
                <a16:creationId xmlns:a16="http://schemas.microsoft.com/office/drawing/2014/main" id="{FBC0DFD6-AEF0-40BB-AFE7-2EFD25CD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670" y="523684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4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user/15">
            <a:extLst xmlns:a="http://schemas.openxmlformats.org/drawingml/2006/main">
              <a:ext uri="{FF2B5EF4-FFF2-40B4-BE49-F238E27FC236}">
                <a16:creationId xmlns:a16="http://schemas.microsoft.com/office/drawing/2014/main" id="{701BAA41-BB19-4E82-BA10-48D8E805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595" y="3895725"/>
            <a:ext cx="213360" cy="2133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6" name="user/16">
            <a:extLst xmlns:a="http://schemas.openxmlformats.org/drawingml/2006/main">
              <a:ext uri="{FF2B5EF4-FFF2-40B4-BE49-F238E27FC236}">
                <a16:creationId xmlns:a16="http://schemas.microsoft.com/office/drawing/2014/main" id="{32621471-98C2-463F-B641-899ED015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95725"/>
            <a:ext cx="666750" cy="666750"/>
          </a:xfrm>
          <a:custGeom xmlns:a="http://schemas.openxmlformats.org/drawingml/2006/main">
            <a:pathLst>
              <a:path w="952500" h="952500">
                <a:moveTo>
                  <a:pt x="152400" y="866775"/>
                </a:moveTo>
                <a:lnTo>
                  <a:pt x="152400" y="733425"/>
                </a:lnTo>
                <a:lnTo>
                  <a:pt x="209550" y="571500"/>
                </a:lnTo>
                <a:lnTo>
                  <a:pt x="333375" y="485775"/>
                </a:lnTo>
                <a:lnTo>
                  <a:pt x="619125" y="485775"/>
                </a:lnTo>
                <a:lnTo>
                  <a:pt x="742950" y="571500"/>
                </a:lnTo>
                <a:lnTo>
                  <a:pt x="800100" y="733425"/>
                </a:lnTo>
                <a:lnTo>
                  <a:pt x="80010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8B7BFF"/>
            </a:solidFill>
            <a:prstDash val="solid"/>
          </a:ln>
        </p:spPr>
      </p:sp>
      <p:sp>
        <p:nvSpPr>
          <p:cNvPr id="17" name="cart/17">
            <a:extLst xmlns:a="http://schemas.openxmlformats.org/drawingml/2006/main">
              <a:ext uri="{FF2B5EF4-FFF2-40B4-BE49-F238E27FC236}">
                <a16:creationId xmlns:a16="http://schemas.microsoft.com/office/drawing/2014/main" id="{A27A9834-66A8-4547-8895-D93A477E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484" y="4251008"/>
            <a:ext cx="210503" cy="259080"/>
          </a:xfrm>
          <a:prstGeom xmlns:a="http://schemas.openxmlformats.org/drawingml/2006/main" prst="roundRect">
            <a:avLst>
              <a:gd name="adj" fmla="val 31674"/>
            </a:avLst>
          </a:prstGeom>
          <a:solidFill xmlns:a="http://schemas.openxmlformats.org/drawingml/2006/main">
            <a:srgbClr val="8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t/18">
            <a:extLst xmlns:a="http://schemas.openxmlformats.org/drawingml/2006/main">
              <a:ext uri="{FF2B5EF4-FFF2-40B4-BE49-F238E27FC236}">
                <a16:creationId xmlns:a16="http://schemas.microsoft.com/office/drawing/2014/main" id="{11248ACC-C5A4-4716-852F-197401CD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083" y="4186238"/>
            <a:ext cx="210503" cy="323850"/>
          </a:xfrm>
          <a:prstGeom xmlns:a="http://schemas.openxmlformats.org/drawingml/2006/main" prst="roundRect">
            <a:avLst>
              <a:gd name="adj" fmla="val 31674"/>
            </a:avLst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t/19">
            <a:extLst xmlns:a="http://schemas.openxmlformats.org/drawingml/2006/main">
              <a:ext uri="{FF2B5EF4-FFF2-40B4-BE49-F238E27FC236}">
                <a16:creationId xmlns:a16="http://schemas.microsoft.com/office/drawing/2014/main" id="{88C6E03C-900D-4210-AF08-A894312F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05275"/>
            <a:ext cx="809625" cy="809625"/>
          </a:xfrm>
          <a:custGeom xmlns:a="http://schemas.openxmlformats.org/drawingml/2006/main">
            <a:pathLst>
              <a:path w="952500" h="952500">
                <a:moveTo>
                  <a:pt x="19050" y="114300"/>
                </a:moveTo>
                <a:lnTo>
                  <a:pt x="152400" y="114300"/>
                </a:lnTo>
                <a:lnTo>
                  <a:pt x="285750" y="638175"/>
                </a:lnTo>
                <a:lnTo>
                  <a:pt x="762000" y="638175"/>
                </a:lnTo>
                <a:lnTo>
                  <a:pt x="866775" y="257175"/>
                </a:lnTo>
                <a:lnTo>
                  <a:pt x="200025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D9FF"/>
            </a:solidFill>
            <a:prstDash val="solid"/>
          </a:ln>
        </p:spPr>
      </p:sp>
      <p:sp>
        <p:nvSpPr>
          <p:cNvPr id="20" name="cart/20">
            <a:extLst xmlns:a="http://schemas.openxmlformats.org/drawingml/2006/main">
              <a:ext uri="{FF2B5EF4-FFF2-40B4-BE49-F238E27FC236}">
                <a16:creationId xmlns:a16="http://schemas.microsoft.com/office/drawing/2014/main" id="{F8A80070-29ED-4C27-B706-8E5A233F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33773" y="4720590"/>
            <a:ext cx="364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21" name="cart/21">
            <a:extLst xmlns:a="http://schemas.openxmlformats.org/drawingml/2006/main">
              <a:ext uri="{FF2B5EF4-FFF2-40B4-BE49-F238E27FC236}">
                <a16:creationId xmlns:a16="http://schemas.microsoft.com/office/drawing/2014/main" id="{81C2E558-3491-463A-95E1-73CB2145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484" y="4785360"/>
            <a:ext cx="80963" cy="8096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22" name="cart/22">
            <a:extLst xmlns:a="http://schemas.openxmlformats.org/drawingml/2006/main">
              <a:ext uri="{FF2B5EF4-FFF2-40B4-BE49-F238E27FC236}">
                <a16:creationId xmlns:a16="http://schemas.microsoft.com/office/drawing/2014/main" id="{29F912F6-524D-42FA-8980-02443CAF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430" y="4785360"/>
            <a:ext cx="80963" cy="8096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9FF"/>
            </a:solidFill>
            <a:prstDash val="solid"/>
          </a:ln>
        </p:spPr>
      </p:sp>
      <p:sp>
        <p:nvSpPr>
          <p:cNvPr id="23" name="file/23">
            <a:extLst xmlns:a="http://schemas.openxmlformats.org/drawingml/2006/main">
              <a:ext uri="{FF2B5EF4-FFF2-40B4-BE49-F238E27FC236}">
                <a16:creationId xmlns:a16="http://schemas.microsoft.com/office/drawing/2014/main" id="{5659FD3B-4BFB-48F3-93D8-66B48F9B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10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0">
              <a:alpha val="8000"/>
            </a:srgbClr>
          </a:solidFill>
          <a:ln xmlns:a="http://schemas.openxmlformats.org/drawingml/2006/main" w="19050">
            <a:solidFill>
              <a:srgbClr val="FFB800"/>
            </a:solidFill>
            <a:prstDash val="solid"/>
          </a:ln>
        </p:spPr>
      </p:sp>
      <p:sp>
        <p:nvSpPr>
          <p:cNvPr id="24" name="file/24">
            <a:extLst xmlns:a="http://schemas.openxmlformats.org/drawingml/2006/main">
              <a:ext uri="{FF2B5EF4-FFF2-40B4-BE49-F238E27FC236}">
                <a16:creationId xmlns:a16="http://schemas.microsoft.com/office/drawing/2014/main" id="{1E3B5344-E828-4F47-AF8C-8F8AB960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10300"/>
            <a:ext cx="666750" cy="666750"/>
          </a:xfrm>
          <a:custGeom xmlns:a="http://schemas.openxmlformats.org/drawingml/2006/main">
            <a:pathLst>
              <a:path w="952500" h="952500">
                <a:moveTo>
                  <a:pt x="285750" y="161925"/>
                </a:moveTo>
                <a:lnTo>
                  <a:pt x="561975" y="161925"/>
                </a:lnTo>
                <a:lnTo>
                  <a:pt x="704850" y="304800"/>
                </a:lnTo>
                <a:lnTo>
                  <a:pt x="704850" y="762000"/>
                </a:lnTo>
                <a:lnTo>
                  <a:pt x="285750" y="762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B800"/>
            </a:solidFill>
            <a:prstDash val="solid"/>
          </a:ln>
        </p:spPr>
      </p:sp>
      <p:sp>
        <p:nvSpPr>
          <p:cNvPr id="25" name="file/25">
            <a:extLst xmlns:a="http://schemas.openxmlformats.org/drawingml/2006/main">
              <a:ext uri="{FF2B5EF4-FFF2-40B4-BE49-F238E27FC236}">
                <a16:creationId xmlns:a16="http://schemas.microsoft.com/office/drawing/2014/main" id="{0DCF4028-8078-43B4-85EC-65AF2DE1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10300"/>
            <a:ext cx="666750" cy="666750"/>
          </a:xfrm>
          <a:custGeom xmlns:a="http://schemas.openxmlformats.org/drawingml/2006/main">
            <a:pathLst>
              <a:path w="952500" h="952500">
                <a:moveTo>
                  <a:pt x="561975" y="161925"/>
                </a:moveTo>
                <a:lnTo>
                  <a:pt x="561975" y="304800"/>
                </a:lnTo>
                <a:lnTo>
                  <a:pt x="70485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B800"/>
            </a:solidFill>
            <a:prstDash val="solid"/>
          </a:ln>
        </p:spPr>
      </p:sp>
      <p:sp>
        <p:nvSpPr>
          <p:cNvPr id="26" name="file/26">
            <a:extLst xmlns:a="http://schemas.openxmlformats.org/drawingml/2006/main">
              <a:ext uri="{FF2B5EF4-FFF2-40B4-BE49-F238E27FC236}">
                <a16:creationId xmlns:a16="http://schemas.microsoft.com/office/drawing/2014/main" id="{E25DAE86-88A6-4BD3-BC43-7F287F7E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18283" y="6517005"/>
            <a:ext cx="166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800"/>
            </a:solidFill>
            <a:prstDash val="solid"/>
          </a:ln>
        </p:spPr>
      </p:sp>
      <p:sp>
        <p:nvSpPr>
          <p:cNvPr id="27" name="file/27">
            <a:extLst xmlns:a="http://schemas.openxmlformats.org/drawingml/2006/main">
              <a:ext uri="{FF2B5EF4-FFF2-40B4-BE49-F238E27FC236}">
                <a16:creationId xmlns:a16="http://schemas.microsoft.com/office/drawing/2014/main" id="{DD27D3BE-C12E-40B3-BBBC-3E6E6A0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18283" y="6597015"/>
            <a:ext cx="166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800"/>
            </a:solidFill>
            <a:prstDash val="solid"/>
          </a:ln>
        </p:spPr>
      </p:sp>
      <p:sp>
        <p:nvSpPr>
          <p:cNvPr id="28" name="file/28">
            <a:extLst xmlns:a="http://schemas.openxmlformats.org/drawingml/2006/main">
              <a:ext uri="{FF2B5EF4-FFF2-40B4-BE49-F238E27FC236}">
                <a16:creationId xmlns:a16="http://schemas.microsoft.com/office/drawing/2014/main" id="{427E353D-6373-4ED7-B64A-5B016A37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18283" y="6677025"/>
            <a:ext cx="120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8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2203932"/>
      </p:ext>
    </p:extLst>
  </p:cSld>
</p:sld>
</file>

<file path=ppt/slides/slide2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inal-title/1">
            <a:extLst xmlns:a="http://schemas.openxmlformats.org/drawingml/2006/main">
              <a:ext uri="{FF2B5EF4-FFF2-40B4-BE49-F238E27FC236}">
                <a16:creationId xmlns:a16="http://schemas.microsoft.com/office/drawing/2014/main" id="{2DB01FFC-B632-4429-92B0-EB2B6A66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71925"/>
            <a:ext cx="1143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8100" b="1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يعني إيه Cookies؟</a:t>
            </a:r>
          </a:p>
        </p:txBody>
      </p:sp>
      <p:sp>
        <p:nvSpPr>
          <p:cNvPr id="2" name="final-subtitle/2">
            <a:extLst xmlns:a="http://schemas.openxmlformats.org/drawingml/2006/main">
              <a:ext uri="{FF2B5EF4-FFF2-40B4-BE49-F238E27FC236}">
                <a16:creationId xmlns:a16="http://schemas.microsoft.com/office/drawing/2014/main" id="{758E5333-1E4C-4677-9C11-E61F001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530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3225" b="0">
                <a:solidFill>
                  <a:srgbClr val="00D9FF"/>
                </a:solidFill>
                <a:latin typeface=".SF NS"/>
                <a:ea typeface=".SF NS"/>
                <a:cs typeface=".SF NS"/>
              </a:rPr>
              <a:t>How Websites Remember You</a:t>
            </a:r>
          </a:p>
        </p:txBody>
      </p:sp>
    </p:spTree>
    <p:extLst>
      <p:ext uri="{BB962C8B-B14F-4D97-AF65-F5344CB8AC3E}">
        <p14:creationId xmlns:p14="http://schemas.microsoft.com/office/powerpoint/2010/main" val="78352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2026-09-06T19:04:12.3310000Z</dcterms:created>
  <dcterms:modified xsi:type="dcterms:W3CDTF">2026-09-06T19:04:12.3310000Z</dcterms:modified>
</coreProperties>
</file>