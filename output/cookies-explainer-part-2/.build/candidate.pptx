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3539180954bd9" /><Relationship Type="http://schemas.openxmlformats.org/officeDocument/2006/relationships/extended-properties" Target="/docProps/app.xml" Id="Rdab9aa79eb00495b" /><Relationship Type="http://schemas.openxmlformats.org/officeDocument/2006/relationships/officeDocument" Target="/ppt/presentation.xml" Id="R410125502b594c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efbab72104260"/>
  </p:sldMasterIdLst>
  <p:notesMasterIdLst>
    <p:notesMasterId xmlns:r="http://schemas.openxmlformats.org/officeDocument/2006/relationships" r:id="R4de51bee7c044f3e"/>
  </p:notesMasterIdLst>
  <p:sldIdLst>
    <p:sldId xmlns:r="http://schemas.openxmlformats.org/officeDocument/2006/relationships" id="256" r:id="R061a56731bcd44d5"/>
    <p:sldId xmlns:r="http://schemas.openxmlformats.org/officeDocument/2006/relationships" id="257" r:id="Rb016c6aa5fb340cd"/>
    <p:sldId xmlns:r="http://schemas.openxmlformats.org/officeDocument/2006/relationships" id="258" r:id="R12251c24798c4e51"/>
    <p:sldId xmlns:r="http://schemas.openxmlformats.org/officeDocument/2006/relationships" id="259" r:id="R4a29b1ea42004521"/>
    <p:sldId xmlns:r="http://schemas.openxmlformats.org/officeDocument/2006/relationships" id="260" r:id="R294db7d04a3e4e93"/>
    <p:sldId xmlns:r="http://schemas.openxmlformats.org/officeDocument/2006/relationships" id="261" r:id="R606b907d559646f9"/>
    <p:sldId xmlns:r="http://schemas.openxmlformats.org/officeDocument/2006/relationships" id="262" r:id="Rbb0a81bd024f4f3e"/>
    <p:sldId xmlns:r="http://schemas.openxmlformats.org/officeDocument/2006/relationships" id="263" r:id="R9c0a7aedd9624fc4"/>
    <p:sldId xmlns:r="http://schemas.openxmlformats.org/officeDocument/2006/relationships" id="264" r:id="Ra449055a31ba4eae"/>
    <p:sldId xmlns:r="http://schemas.openxmlformats.org/officeDocument/2006/relationships" id="265" r:id="R0d07f70c4d0349e8"/>
    <p:sldId xmlns:r="http://schemas.openxmlformats.org/officeDocument/2006/relationships" id="266" r:id="R47111b64ee8e4b29"/>
    <p:sldId xmlns:r="http://schemas.openxmlformats.org/officeDocument/2006/relationships" id="267" r:id="R313ac690ee2140e2"/>
    <p:sldId xmlns:r="http://schemas.openxmlformats.org/officeDocument/2006/relationships" id="268" r:id="R4db36a20c4dc43b1"/>
    <p:sldId xmlns:r="http://schemas.openxmlformats.org/officeDocument/2006/relationships" id="269" r:id="R53774135b4764702"/>
    <p:sldId xmlns:r="http://schemas.openxmlformats.org/officeDocument/2006/relationships" id="270" r:id="R045c4024809d408b"/>
    <p:sldId xmlns:r="http://schemas.openxmlformats.org/officeDocument/2006/relationships" id="271" r:id="R47f396f0cac847e0"/>
    <p:sldId xmlns:r="http://schemas.openxmlformats.org/officeDocument/2006/relationships" id="272" r:id="Ra0845d1387054a27"/>
    <p:sldId xmlns:r="http://schemas.openxmlformats.org/officeDocument/2006/relationships" id="273" r:id="Rc54a483ca342423b"/>
    <p:sldId xmlns:r="http://schemas.openxmlformats.org/officeDocument/2006/relationships" id="274" r:id="R54243fc2a1b541ee"/>
    <p:sldId xmlns:r="http://schemas.openxmlformats.org/officeDocument/2006/relationships" id="275" r:id="R8c201aeac5364c16"/>
    <p:sldId xmlns:r="http://schemas.openxmlformats.org/officeDocument/2006/relationships" id="276" r:id="Rfdd0371ded654311"/>
    <p:sldId xmlns:r="http://schemas.openxmlformats.org/officeDocument/2006/relationships" id="277" r:id="R392eb48d2f114c48"/>
    <p:sldId xmlns:r="http://schemas.openxmlformats.org/officeDocument/2006/relationships" id="278" r:id="R389d43ffd3154c05"/>
    <p:sldId xmlns:r="http://schemas.openxmlformats.org/officeDocument/2006/relationships" id="279" r:id="R1bcc00f7f99e4318"/>
    <p:sldId xmlns:r="http://schemas.openxmlformats.org/officeDocument/2006/relationships" id="280" r:id="Rd7186e59c5fe45d3"/>
    <p:sldId xmlns:r="http://schemas.openxmlformats.org/officeDocument/2006/relationships" id="281" r:id="Rfbf03d6038a14168"/>
    <p:sldId xmlns:r="http://schemas.openxmlformats.org/officeDocument/2006/relationships" id="282" r:id="R48b7cef9f78e4b19"/>
    <p:sldId xmlns:r="http://schemas.openxmlformats.org/officeDocument/2006/relationships" id="283" r:id="R72cd7792d6704a3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bd875e97f4b02" /><Relationship Type="http://schemas.openxmlformats.org/officeDocument/2006/relationships/slideMaster" Target="/ppt/slideMasters/slideMaster1.xml" Id="R1beefbab72104260" /><Relationship Type="http://schemas.openxmlformats.org/officeDocument/2006/relationships/notesMaster" Target="/ppt/notesMasters/notesMaster1.xml" Id="R4de51bee7c044f3e" /><Relationship Type="http://schemas.openxmlformats.org/officeDocument/2006/relationships/presProps" Target="/ppt/presProps.xml" Id="R7593266d03214a9a" /><Relationship Type="http://schemas.openxmlformats.org/officeDocument/2006/relationships/tableStyles" Target="/ppt/tableStyles.xml" Id="Re39bf7723f87449b" /><Relationship Type="http://schemas.openxmlformats.org/officeDocument/2006/relationships/slide" Target="/ppt/slides/slide1.xml" Id="R061a56731bcd44d5" /><Relationship Type="http://schemas.openxmlformats.org/officeDocument/2006/relationships/slide" Target="/ppt/slides/slide2.xml" Id="Rb016c6aa5fb340cd" /><Relationship Type="http://schemas.openxmlformats.org/officeDocument/2006/relationships/slide" Target="/ppt/slides/slide3.xml" Id="R12251c24798c4e51" /><Relationship Type="http://schemas.openxmlformats.org/officeDocument/2006/relationships/slide" Target="/ppt/slides/slide4.xml" Id="R4a29b1ea42004521" /><Relationship Type="http://schemas.openxmlformats.org/officeDocument/2006/relationships/slide" Target="/ppt/slides/slide5.xml" Id="R294db7d04a3e4e93" /><Relationship Type="http://schemas.openxmlformats.org/officeDocument/2006/relationships/slide" Target="/ppt/slides/slide6.xml" Id="R606b907d559646f9" /><Relationship Type="http://schemas.openxmlformats.org/officeDocument/2006/relationships/slide" Target="/ppt/slides/slide7.xml" Id="Rbb0a81bd024f4f3e" /><Relationship Type="http://schemas.openxmlformats.org/officeDocument/2006/relationships/slide" Target="/ppt/slides/slide8.xml" Id="R9c0a7aedd9624fc4" /><Relationship Type="http://schemas.openxmlformats.org/officeDocument/2006/relationships/slide" Target="/ppt/slides/slide9.xml" Id="Ra449055a31ba4eae" /><Relationship Type="http://schemas.openxmlformats.org/officeDocument/2006/relationships/slide" Target="/ppt/slides/slide10.xml" Id="R0d07f70c4d0349e8" /><Relationship Type="http://schemas.openxmlformats.org/officeDocument/2006/relationships/slide" Target="/ppt/slides/slide11.xml" Id="R47111b64ee8e4b29" /><Relationship Type="http://schemas.openxmlformats.org/officeDocument/2006/relationships/slide" Target="/ppt/slides/slide12.xml" Id="R313ac690ee2140e2" /><Relationship Type="http://schemas.openxmlformats.org/officeDocument/2006/relationships/slide" Target="/ppt/slides/slide13.xml" Id="R4db36a20c4dc43b1" /><Relationship Type="http://schemas.openxmlformats.org/officeDocument/2006/relationships/slide" Target="/ppt/slides/slide14.xml" Id="R53774135b4764702" /><Relationship Type="http://schemas.openxmlformats.org/officeDocument/2006/relationships/slide" Target="/ppt/slides/slide15.xml" Id="R045c4024809d408b" /><Relationship Type="http://schemas.openxmlformats.org/officeDocument/2006/relationships/slide" Target="/ppt/slides/slide16.xml" Id="R47f396f0cac847e0" /><Relationship Type="http://schemas.openxmlformats.org/officeDocument/2006/relationships/slide" Target="/ppt/slides/slide17.xml" Id="Ra0845d1387054a27" /><Relationship Type="http://schemas.openxmlformats.org/officeDocument/2006/relationships/slide" Target="/ppt/slides/slide18.xml" Id="Rc54a483ca342423b" /><Relationship Type="http://schemas.openxmlformats.org/officeDocument/2006/relationships/slide" Target="/ppt/slides/slide19.xml" Id="R54243fc2a1b541ee" /><Relationship Type="http://schemas.openxmlformats.org/officeDocument/2006/relationships/slide" Target="/ppt/slides/slide20.xml" Id="R8c201aeac5364c16" /><Relationship Type="http://schemas.openxmlformats.org/officeDocument/2006/relationships/slide" Target="/ppt/slides/slide21.xml" Id="Rfdd0371ded654311" /><Relationship Type="http://schemas.openxmlformats.org/officeDocument/2006/relationships/slide" Target="/ppt/slides/slide22.xml" Id="R392eb48d2f114c48" /><Relationship Type="http://schemas.openxmlformats.org/officeDocument/2006/relationships/slide" Target="/ppt/slides/slide23.xml" Id="R389d43ffd3154c05" /><Relationship Type="http://schemas.openxmlformats.org/officeDocument/2006/relationships/slide" Target="/ppt/slides/slide24.xml" Id="R1bcc00f7f99e4318" /><Relationship Type="http://schemas.openxmlformats.org/officeDocument/2006/relationships/slide" Target="/ppt/slides/slide25.xml" Id="Rd7186e59c5fe45d3" /><Relationship Type="http://schemas.openxmlformats.org/officeDocument/2006/relationships/slide" Target="/ppt/slides/slide26.xml" Id="Rfbf03d6038a14168" /><Relationship Type="http://schemas.openxmlformats.org/officeDocument/2006/relationships/slide" Target="/ppt/slides/slide27.xml" Id="R48b7cef9f78e4b19" /><Relationship Type="http://schemas.openxmlformats.org/officeDocument/2006/relationships/slide" Target="/ppt/slides/slide28.xml" Id="R72cd7792d6704a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6fb33eeb6441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62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f55d861e54f19" /><Relationship Type="http://schemas.openxmlformats.org/officeDocument/2006/relationships/notesMaster" Target="/ppt/notesMasters/notesMaster1.xml" Id="Rd10f12ec539c48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07b5421a04b71" /><Relationship Type="http://schemas.openxmlformats.org/officeDocument/2006/relationships/notesMaster" Target="/ppt/notesMasters/notesMaster1.xml" Id="Rf39437bda92f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201e7ca4f74d56" /><Relationship Type="http://schemas.openxmlformats.org/officeDocument/2006/relationships/notesMaster" Target="/ppt/notesMasters/notesMaster1.xml" Id="R097b35b0500b4a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50e49fd4ef49bc" /><Relationship Type="http://schemas.openxmlformats.org/officeDocument/2006/relationships/notesMaster" Target="/ppt/notesMasters/notesMaster1.xml" Id="Rcf6eb3c2bad048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a9718284544ce" /><Relationship Type="http://schemas.openxmlformats.org/officeDocument/2006/relationships/notesMaster" Target="/ppt/notesMasters/notesMaster1.xml" Id="R62c54e16ad7045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e051cde8b345d2" /><Relationship Type="http://schemas.openxmlformats.org/officeDocument/2006/relationships/notesMaster" Target="/ppt/notesMasters/notesMaster1.xml" Id="R30aa94b6183249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8c30199e04d1a" /><Relationship Type="http://schemas.openxmlformats.org/officeDocument/2006/relationships/notesMaster" Target="/ppt/notesMasters/notesMaster1.xml" Id="R7a3aa3f3e11e4e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c6eab1f10544c8" /><Relationship Type="http://schemas.openxmlformats.org/officeDocument/2006/relationships/notesMaster" Target="/ppt/notesMasters/notesMaster1.xml" Id="R456409566c9848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98e1c3f775423c" /><Relationship Type="http://schemas.openxmlformats.org/officeDocument/2006/relationships/notesMaster" Target="/ppt/notesMasters/notesMaster1.xml" Id="R112a69f5f9844f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8dd2039eb94917" /><Relationship Type="http://schemas.openxmlformats.org/officeDocument/2006/relationships/notesMaster" Target="/ppt/notesMasters/notesMaster1.xml" Id="R6b3ec796554940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c0518410604d48" /><Relationship Type="http://schemas.openxmlformats.org/officeDocument/2006/relationships/notesMaster" Target="/ppt/notesMasters/notesMaster1.xml" Id="R5fec3bfd4dbc47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46964973114a00" /><Relationship Type="http://schemas.openxmlformats.org/officeDocument/2006/relationships/notesMaster" Target="/ppt/notesMasters/notesMaster1.xml" Id="R7bbdcacdc0e34e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5b2f87af544266" /><Relationship Type="http://schemas.openxmlformats.org/officeDocument/2006/relationships/notesMaster" Target="/ppt/notesMasters/notesMaster1.xml" Id="R2145450124da4a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f6a011565c4b33" /><Relationship Type="http://schemas.openxmlformats.org/officeDocument/2006/relationships/notesMaster" Target="/ppt/notesMasters/notesMaster1.xml" Id="R2e40e999bec44a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036c8fcfe84196" /><Relationship Type="http://schemas.openxmlformats.org/officeDocument/2006/relationships/notesMaster" Target="/ppt/notesMasters/notesMaster1.xml" Id="R57ca444bb08a4a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5ef5c80baf4bab" /><Relationship Type="http://schemas.openxmlformats.org/officeDocument/2006/relationships/notesMaster" Target="/ppt/notesMasters/notesMaster1.xml" Id="R994c742b86e148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084242377b4f3e" /><Relationship Type="http://schemas.openxmlformats.org/officeDocument/2006/relationships/notesMaster" Target="/ppt/notesMasters/notesMaster1.xml" Id="Rb2dcbfa2ef4a49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474084c1254c86" /><Relationship Type="http://schemas.openxmlformats.org/officeDocument/2006/relationships/notesMaster" Target="/ppt/notesMasters/notesMaster1.xml" Id="Re3d059d194da45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aa33601c694a0b" /><Relationship Type="http://schemas.openxmlformats.org/officeDocument/2006/relationships/notesMaster" Target="/ppt/notesMasters/notesMaster1.xml" Id="R52e1ec179ea24c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ee2364ce384e65" /><Relationship Type="http://schemas.openxmlformats.org/officeDocument/2006/relationships/notesMaster" Target="/ppt/notesMasters/notesMaster1.xml" Id="R0d69937cc6a540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3af5580fb34bf2" /><Relationship Type="http://schemas.openxmlformats.org/officeDocument/2006/relationships/notesMaster" Target="/ppt/notesMasters/notesMaster1.xml" Id="R6cc465390f0948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d1c7abe291140b8" /><Relationship Type="http://schemas.openxmlformats.org/officeDocument/2006/relationships/notesMaster" Target="/ppt/notesMasters/notesMaster1.xml" Id="R4c2739c35f2542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cd5685ee39430b" /><Relationship Type="http://schemas.openxmlformats.org/officeDocument/2006/relationships/notesMaster" Target="/ppt/notesMasters/notesMaster1.xml" Id="R88d2000b728e47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f0a1ed057149be" /><Relationship Type="http://schemas.openxmlformats.org/officeDocument/2006/relationships/notesMaster" Target="/ppt/notesMasters/notesMaster1.xml" Id="Rdf53bd8dffda45b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d83d501d7064dda" /><Relationship Type="http://schemas.openxmlformats.org/officeDocument/2006/relationships/notesMaster" Target="/ppt/notesMasters/notesMaster1.xml" Id="R5e1fda48eadc464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74fd293cedf4245" /><Relationship Type="http://schemas.openxmlformats.org/officeDocument/2006/relationships/notesMaster" Target="/ppt/notesMasters/notesMaster1.xml" Id="R2eeed1f2fae34b5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6a781e373c47a8" /><Relationship Type="http://schemas.openxmlformats.org/officeDocument/2006/relationships/notesMaster" Target="/ppt/notesMasters/notesMaster1.xml" Id="Rdd8b00c305d44b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aab2146f734ea6" /><Relationship Type="http://schemas.openxmlformats.org/officeDocument/2006/relationships/notesMaster" Target="/ppt/notesMasters/notesMaster1.xml" Id="R12f17124dc0641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 — إزاي الموقع بيفتكرك؟</a:t>
            </a:r>
          </a:p>
          <a:p xmlns:a="http://schemas.openxmlformats.org/drawingml/2006/main">
            <a:r>
              <a:t>مدة المرحلة: 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عنوان المقطع. Fade In للعنوان 0.4s وللعنوان الفرعي 0.4s بعد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A02 — إزاي الموقع بيفتكرك؟</a:t>
            </a:r>
          </a:p>
          <a:p xmlns:a="http://schemas.openxmlformats.org/drawingml/2006/main">
            <a:r>
              <a:t>مدة المرحلة: 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تصغير العنوان ونقله للأعلى. ظهور User ثم Browser ثم Server. Scale Up لكل بطاقة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A03 — إزاي الموقع بيفتكرك؟</a:t>
            </a:r>
          </a:p>
          <a:p xmlns:a="http://schemas.openxmlformats.org/drawingml/2006/main">
            <a:r>
              <a:t>مدة المرحلة: 2.3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Login: Line Draw مدة 0.4s. Request: Line Draw مدة 0.4s بعد الخط الأول.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A04 — إزاي الموقع بيفتكرك؟</a:t>
            </a:r>
          </a:p>
          <a:p xmlns:a="http://schemas.openxmlformats.org/drawingml/2006/main">
            <a:r>
              <a:t>مدة المرحلة: 1.7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Server. علامة التحقق Scale Up مدة 0.35s. User وBrowser بعتامة 45%.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A05 — إزاي الموقع بيفتكرك؟</a:t>
            </a:r>
          </a:p>
          <a:p xmlns:a="http://schemas.openxmlformats.org/drawingml/2006/main">
            <a:r>
              <a:t>مدة المرحلة: 1.2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إرجاع البطاقات لعتامة 100%. بدء Cookie من السيرفر. Line Draw للسهم الذهبي 0.5s.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A06 — إزاي الموقع بيفتكرك؟</a:t>
            </a:r>
          </a:p>
          <a:p xmlns:a="http://schemas.openxmlformats.org/drawingml/2006/main">
            <a:r>
              <a:t>مدة المرحلة: 1.5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Cookie في منتصف مسار العودة. Magic Move 0.7s بين موضعي السيرفر والمتصفح.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A07 — إزاي الموقع بيفتكرك؟</a:t>
            </a:r>
          </a:p>
          <a:p xmlns:a="http://schemas.openxmlformats.org/drawingml/2006/main">
            <a:r>
              <a:t>مدة المرحلة: 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حفظ session_id داخل المتصفح. Cookie Saved: Scale Up مدة 0.4s. User وServer بعتامة 35%.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A08 — إزاي الموقع بيفتكرك؟</a:t>
            </a:r>
          </a:p>
          <a:p xmlns:a="http://schemas.openxmlformats.org/drawingml/2006/main">
            <a:r>
              <a:t>مدة المرحلة: 1.7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إعادة العتامة 100%. Request + Cookie باتجاه السيرفر، حركة 0.7s.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A09 — إزاي الموقع بيفتكرك؟</a:t>
            </a:r>
          </a:p>
          <a:p xmlns:a="http://schemas.openxmlformats.org/drawingml/2006/main">
            <a:r>
              <a:t>مدة المرحلة: 1.6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وصول Cookie للسيرفر. User Recognized: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 — إزاي الموقع بيفتكرك؟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النهائي على حالة Logged In. Magic Move / Zoom مدة 0.5s. عند نهاية المقطع: Dissolve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B01 — أنواع الـCookies</a:t>
            </a:r>
          </a:p>
          <a:p xmlns:a="http://schemas.openxmlformats.org/drawingml/2006/main">
            <a:r>
              <a:t>مدة المرحلة: 1.6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عنوان المقطع.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B02 — أنواع الـCookies</a:t>
            </a:r>
          </a:p>
          <a:p xmlns:a="http://schemas.openxmlformats.org/drawingml/2006/main">
            <a:r>
              <a:t>مدة المرحلة: 0.5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Session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B03 — أنواع الـCookies</a:t>
            </a:r>
          </a:p>
          <a:p xmlns:a="http://schemas.openxmlformats.org/drawingml/2006/main">
            <a:r>
              <a:t>مدة المرحلة: 0.5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Persistent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B04 — أنواع الـCookies</a:t>
            </a:r>
          </a:p>
          <a:p xmlns:a="http://schemas.openxmlformats.org/drawingml/2006/main">
            <a:r>
              <a:t>مدة المرحلة: 0.5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First-Party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B05 — أنواع الـCookies</a:t>
            </a:r>
          </a:p>
          <a:p xmlns:a="http://schemas.openxmlformats.org/drawingml/2006/main">
            <a:r>
              <a:t>مدة المرحلة: 0.9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Third-Party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B06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Session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Persistent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B08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First-Party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B09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Third-Party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B10 — أنواع الـCookies</a:t>
            </a:r>
          </a:p>
          <a:p xmlns:a="http://schemas.openxmlformats.org/drawingml/2006/main">
            <a:r>
              <a:t>مدة المرحلة: 1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عودة البطاقات الأربع إلى الحجم والعتامة الأصليين.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C01 — Cookies vs Cache vs Local Storage</a:t>
            </a:r>
          </a:p>
          <a:p xmlns:a="http://schemas.openxmlformats.org/drawingml/2006/main">
            <a:r>
              <a:t>مدة المرحلة: 1.6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عنوان المقارنة.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C02 — Cookies vs Cache vs Local Storage</a:t>
            </a:r>
          </a:p>
          <a:p xmlns:a="http://schemas.openxmlformats.org/drawingml/2006/main">
            <a:r>
              <a:t>مدة المرحلة: 0.6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Cookies من الأسفل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C03 — Cookies vs Cache vs Local Storage</a:t>
            </a:r>
          </a:p>
          <a:p xmlns:a="http://schemas.openxmlformats.org/drawingml/2006/main">
            <a:r>
              <a:t>مدة المرحلة: 0.6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Cache من الأسفل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C04 — Cookies vs Cache vs Local Storage</a:t>
            </a:r>
          </a:p>
          <a:p xmlns:a="http://schemas.openxmlformats.org/drawingml/2006/main">
            <a:r>
              <a:t>مدة المرحلة: 0.6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Local Storage من الأسفل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C05 — Cookies vs Cache vs Local Storage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Cookies: Scale 106% وGlow بلون البطاقة.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C06 — Cookies vs Cache vs Local Storage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Cache: Scale 106% وGlow بلون البطاقة.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C07 — Cookies vs Cache vs Local Storage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Local Storage: Scale 106% وGlow بلون البطاقة.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C08 — Cookies vs Cache vs Local Storage</a:t>
            </a:r>
          </a:p>
          <a:p xmlns:a="http://schemas.openxmlformats.org/drawingml/2006/main">
            <a:r>
              <a:t>مدة المرحلة: 2.6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عودة البطاقات الثلاث إلى حالتها الطبيعية. الشريط الختامي: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d6b464c93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aeab2503b41b8" /><Relationship Type="http://schemas.openxmlformats.org/officeDocument/2006/relationships/slideLayout" Target="/ppt/slideLayouts/slideLayout1.xml" Id="R7917082f1dfb4e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7082f1dfb4e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62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fc5fdf9af41a8" /><Relationship Type="http://schemas.openxmlformats.org/officeDocument/2006/relationships/notesSlide" Target="/ppt/notesSlides/notesSlide1.xml" Id="R4f5ae9f8a8f643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0cc5496ef406a" /><Relationship Type="http://schemas.openxmlformats.org/officeDocument/2006/relationships/notesSlide" Target="/ppt/notesSlides/notesSlide2.xml" Id="R7a27c9938a1942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8ae382b846c1" /><Relationship Type="http://schemas.openxmlformats.org/officeDocument/2006/relationships/notesSlide" Target="/ppt/notesSlides/notesSlide3.xml" Id="R5c7303e0e8dd40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477f41d3e40fd" /><Relationship Type="http://schemas.openxmlformats.org/officeDocument/2006/relationships/notesSlide" Target="/ppt/notesSlides/notesSlide4.xml" Id="Rdbfc77023d2246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61dee715c4a0d" /><Relationship Type="http://schemas.openxmlformats.org/officeDocument/2006/relationships/notesSlide" Target="/ppt/notesSlides/notesSlide5.xml" Id="Rd26e6732e6fa4a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5141b6b7a4848" /><Relationship Type="http://schemas.openxmlformats.org/officeDocument/2006/relationships/notesSlide" Target="/ppt/notesSlides/notesSlide6.xml" Id="R89ca08386b944b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e3e87f66f4ae6" /><Relationship Type="http://schemas.openxmlformats.org/officeDocument/2006/relationships/notesSlide" Target="/ppt/notesSlides/notesSlide7.xml" Id="R8c3d0d14f25d4b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4494abc1f4db0" /><Relationship Type="http://schemas.openxmlformats.org/officeDocument/2006/relationships/notesSlide" Target="/ppt/notesSlides/notesSlide8.xml" Id="R68b74f1162554f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dc2d06847468e" /><Relationship Type="http://schemas.openxmlformats.org/officeDocument/2006/relationships/notesSlide" Target="/ppt/notesSlides/notesSlide9.xml" Id="R7ec69191ec574e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0ec7db7e74c8c" /><Relationship Type="http://schemas.openxmlformats.org/officeDocument/2006/relationships/notesSlide" Target="/ppt/notesSlides/notesSlide10.xml" Id="R257a21821986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a4a43c1a84f53" /><Relationship Type="http://schemas.openxmlformats.org/officeDocument/2006/relationships/notesSlide" Target="/ppt/notesSlides/notesSlide11.xml" Id="R221dee4fd3744d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04909f36b4c1a" /><Relationship Type="http://schemas.openxmlformats.org/officeDocument/2006/relationships/notesSlide" Target="/ppt/notesSlides/notesSlide12.xml" Id="R56cb60e5a95948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bce2151494747" /><Relationship Type="http://schemas.openxmlformats.org/officeDocument/2006/relationships/notesSlide" Target="/ppt/notesSlides/notesSlide13.xml" Id="Rd92d4edbfa314c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8e75106b741c7" /><Relationship Type="http://schemas.openxmlformats.org/officeDocument/2006/relationships/notesSlide" Target="/ppt/notesSlides/notesSlide14.xml" Id="Rb7efb3f3a70440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ff0afbaa94c67" /><Relationship Type="http://schemas.openxmlformats.org/officeDocument/2006/relationships/notesSlide" Target="/ppt/notesSlides/notesSlide15.xml" Id="R2fb8bfbcfcc049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b5952a87b42f4" /><Relationship Type="http://schemas.openxmlformats.org/officeDocument/2006/relationships/notesSlide" Target="/ppt/notesSlides/notesSlide16.xml" Id="Rac5ab3c3e44849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f1c2456d74d9c" /><Relationship Type="http://schemas.openxmlformats.org/officeDocument/2006/relationships/notesSlide" Target="/ppt/notesSlides/notesSlide17.xml" Id="Re3a32933fa7e44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eafd9b03f4563" /><Relationship Type="http://schemas.openxmlformats.org/officeDocument/2006/relationships/notesSlide" Target="/ppt/notesSlides/notesSlide18.xml" Id="R4a180b70d5c742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84e4d4ac1492a" /><Relationship Type="http://schemas.openxmlformats.org/officeDocument/2006/relationships/notesSlide" Target="/ppt/notesSlides/notesSlide19.xml" Id="Rf30870b3d7fb42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b6a701d524160" /><Relationship Type="http://schemas.openxmlformats.org/officeDocument/2006/relationships/notesSlide" Target="/ppt/notesSlides/notesSlide20.xml" Id="R3830b67cb4b54d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754d71554abb" /><Relationship Type="http://schemas.openxmlformats.org/officeDocument/2006/relationships/notesSlide" Target="/ppt/notesSlides/notesSlide21.xml" Id="R24ca6a7358b048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9c0d46f12465a" /><Relationship Type="http://schemas.openxmlformats.org/officeDocument/2006/relationships/notesSlide" Target="/ppt/notesSlides/notesSlide22.xml" Id="R1a84ae172214497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158a7409043b0" /><Relationship Type="http://schemas.openxmlformats.org/officeDocument/2006/relationships/notesSlide" Target="/ppt/notesSlides/notesSlide23.xml" Id="R09a5e3bef07b4d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8cc72c2644c29" /><Relationship Type="http://schemas.openxmlformats.org/officeDocument/2006/relationships/notesSlide" Target="/ppt/notesSlides/notesSlide24.xml" Id="R06a2fd796d294d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973c2a8a422e" /><Relationship Type="http://schemas.openxmlformats.org/officeDocument/2006/relationships/notesSlide" Target="/ppt/notesSlides/notesSlide25.xml" Id="Rb3ad9abbc5504a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ce19e1f854773" /><Relationship Type="http://schemas.openxmlformats.org/officeDocument/2006/relationships/notesSlide" Target="/ppt/notesSlides/notesSlide26.xml" Id="R094fe770d4f945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24b66ca4b4653" /><Relationship Type="http://schemas.openxmlformats.org/officeDocument/2006/relationships/notesSlide" Target="/ppt/notesSlides/notesSlide27.xml" Id="Re3ae6e8c8c934a1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586d491274097" /><Relationship Type="http://schemas.openxmlformats.org/officeDocument/2006/relationships/notesSlide" Target="/ppt/notesSlides/notesSlide28.xml" Id="Rc375d619e224451c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!!main-heading">
            <a:extLst>
              <a:ext uri="{FF2B5EF4-FFF2-40B4-BE49-F238E27FC236}">
                <ns2:creationId id="{FB076978-B133-4DAE-BF5B-E9CB8111A800}"/>
              </a:ext>
            </a:extLst>
          </p:cNvPr>
          <p:cNvSpPr>
            <a:spLocks noGrp="1"/>
          </p:cNvSpPr>
          <p:nvPr/>
        </p:nvSpPr>
        <p:spPr>
          <a:xfrm>
            <a:off x="4381500" y="390525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85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85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sp>
        <p:nvSpPr>
          <p:cNvPr id="2" name="!!subtitle">
            <a:extLst>
              <a:ext uri="{FF2B5EF4-FFF2-40B4-BE49-F238E27FC236}">
                <ns2:creationId id="{D0323E2E-1744-44FD-AD2D-EA7A00249E9A}"/>
              </a:ext>
            </a:extLst>
          </p:cNvPr>
          <p:cNvSpPr>
            <a:spLocks noGrp="1"/>
          </p:cNvSpPr>
          <p:nvPr/>
        </p:nvSpPr>
        <p:spPr>
          <a:xfrm>
            <a:off x="6286500" y="5191125"/>
            <a:ext cx="571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0" lang="en-US">
                <a:solidFill>
                  <a:srgbClr val="00D9FF"/>
                </a:solidFill>
                <a:latin typeface="SF Pro Display"/>
                <a:ea typeface="SF Pro Display"/>
                <a:cs typeface="SF Pro Display"/>
              </a:rPr>
              <a:t>How Cookies Work</a:t>
            </a:r>
          </a:p>
        </p:txBody>
      </p:sp>
    </p:spTree>
    <p:extLst>
      <p:ext uri="{BB962C8B-B14F-4D97-AF65-F5344CB8AC3E}">
        <ns3:creationId val="139382061"/>
      </p:ext>
    </p:extLst>
  </p:cSld>
  <p:transition spd="fast" advClick="1" advTm="2000">
    <p:fade/>
  </p:transition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6" name="!!main-heading">
            <a:extLst>
              <a:ext uri="{FF2B5EF4-FFF2-40B4-BE49-F238E27FC236}">
                <ns2:creationId id="{FEA42F38-A4AB-4D4E-9403-E3BA769E2C5A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36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grpSp>
        <p:nvGrpSpPr>
          <p:cNvPr id="27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608188F3-F4E9-4995-801F-28E9BD29694A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1ACAA052-3CCC-4E39-941D-D4FEF701CFD3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7D912D02-0A30-4CDF-9E58-FD93DE58C926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0F0243C5-B043-4031-8065-8313624D7B71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A4406C03-AE7C-4B25-B0C0-902203D409E1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المستخدم</a:t>
              </a:r>
            </a:p>
          </p:txBody>
        </p:sp>
      </p:grpSp>
      <p:grpSp>
        <p:nvGrpSpPr>
          <p:cNvPr id="28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1437F57C-4C27-46C2-869E-0D2B317598F0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2609F6F9-60A3-4AA5-AA79-22BE9C8E41E5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838B85FD-CEDE-4CCE-B3B6-341098FDD4D3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B40E7536-5E10-474F-ABEA-FA618D7B947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E4DFF791-65B3-4650-9F5B-35179755C921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33EB61D5-4C3E-40CB-803C-6832937C7EBA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75B2CE32-54D6-4AD1-A3FD-D743EFF42601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المتصفح</a:t>
              </a:r>
            </a:p>
          </p:txBody>
        </p:sp>
      </p:grpSp>
      <p:grpSp>
        <p:nvGrpSpPr>
          <p:cNvPr id="29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45648025-1EFB-4626-ACA3-258A71B10683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75249E97-B346-4757-AD0F-056957D334EE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D0C83B5F-C1D6-49D1-A58D-F3DE087F20CA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159C6399-A954-4D5E-9845-374F6AEC90DA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CB49D723-A028-4B5A-BF45-E9C176C633C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0494C419-238A-48AE-84AD-E37DE921BF4C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82C742A2-E6D8-4A15-8C1B-38052B54E62E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A672F929-6417-44CF-857D-D80CA51F81B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0C433AA0-AB10-4077-B244-98955C43B693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4DB7F385-6ADF-474B-A2A3-F0177E47E7C4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DDA69EE1-6F1F-491B-BD7C-458605BE99E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8C81DA0F-8E1B-45FF-8A1E-63BFB5B03DC9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السيرفر</a:t>
              </a:r>
            </a:p>
          </p:txBody>
        </p:sp>
      </p:grpSp>
    </p:spTree>
    <p:extLst>
      <p:ext uri="{BB962C8B-B14F-4D97-AF65-F5344CB8AC3E}">
        <ns3:creationId val="1173538339"/>
      </p:ext>
    </p:extLst>
  </p:cSld>
  <p:transition spd="fast" advClick="1" advTm="2000">
    <p:fade/>
  </p:transition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4" name="!!main-heading">
            <a:extLst>
              <a:ext uri="{FF2B5EF4-FFF2-40B4-BE49-F238E27FC236}">
                <ns2:creationId id="{4F8F0E5B-73AA-4E37-87CB-26ABBA183BA6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36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grpSp>
        <p:nvGrpSpPr>
          <p:cNvPr id="35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65342339-C9B4-4FE7-82D4-0E6E1300E9E8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A827E358-A69E-4B00-A124-63AB744B9D42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B77DC2B3-D6A8-41D7-B6C6-B5A79786204D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8D621DE7-1982-4DE9-8468-9FF50B3D7053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5195CFCC-B3C4-4406-A673-C179510B5CED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المستخدم</a:t>
              </a:r>
            </a:p>
          </p:txBody>
        </p:sp>
      </p:grpSp>
      <p:grpSp>
        <p:nvGrpSpPr>
          <p:cNvPr id="36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37E08EDB-0E93-4552-B68E-4C13B324A097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AADAA942-3F59-4F03-86E7-6EDF176A7EE6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E60C8D6A-FDB3-4BE3-A190-D65198420434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826FAFE5-C057-4754-858E-A01D18C3EA5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77151066-8D23-41FA-AB0E-257B2185951A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D1BAEE01-83FF-47E2-AB32-FEB8E45D3E2E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E38D9B4C-AC70-4552-AB50-DFABC8838A07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المتصفح</a:t>
              </a:r>
            </a:p>
          </p:txBody>
        </p:sp>
      </p:grpSp>
      <p:grpSp>
        <p:nvGrpSpPr>
          <p:cNvPr id="37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A6DA32AC-BA58-44C1-837A-B277CD36EE33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3296BCF5-2419-4405-9B35-5B6E486681F3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54D57E00-02E7-43F8-AEB2-198C71D3D6EE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F2EB3C8A-8648-484C-9FBC-36829D12814E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4379E474-CACE-4BC9-A30C-9CC19BBBA89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05E0ABAC-0231-46C5-AF71-626ECE3B2B7C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AC475D8A-8D88-44F4-8842-3AF10A2B229E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BA344B27-6062-4B8B-8B2C-017A8E662B5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100747A7-54C5-439F-8957-4DC06E68D277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6D7F7FCD-0897-4B43-9A48-265A0890C717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ECA9ABCD-5DD3-4F5A-92EA-890336251FF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17666951-61ED-480B-A838-EC847CD239E3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السيرفر</a:t>
              </a:r>
            </a:p>
          </p:txBody>
        </p:sp>
      </p:grpSp>
      <p:grpSp>
        <p:nvGrpSpPr>
          <p:cNvPr id="38" name="!!login-arrow"/>
          <p:cNvGrpSpPr/>
          <p:nvPr/>
        </p:nvGrpSpPr>
        <p:grpSpPr>
          <a:xfrm>
            <a:off x="4286250" y="4257675"/>
            <a:ext cx="3286125" cy="695325"/>
            <a:chOff x="4286250" y="4257675"/>
            <a:chExt cx="3286125" cy="695325"/>
          </a:xfrm>
        </p:grpSpPr>
        <p:sp>
          <p:nvSpPr>
            <p:cNvPr id="26" name="login-arrow/26">
              <a:extLst>
                <a:ext uri="{FF2B5EF4-FFF2-40B4-BE49-F238E27FC236}">
                  <ns2:creationId id="{EFA03730-D37E-4164-A87D-DC21719226D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7" name="login-arrow/27">
              <a:extLst>
                <a:ext uri="{FF2B5EF4-FFF2-40B4-BE49-F238E27FC236}">
                  <ns2:creationId id="{C8B471B4-BD97-449A-AAE3-64A1A6F295AD}"/>
                </a:ext>
              </a:extLst>
            </p:cNvPr>
            <p:cNvSpPr>
              <a:spLocks noGrp="1"/>
            </p:cNvSpPr>
            <p:nvPr/>
          </p:nvSpPr>
          <p:spPr>
            <a:xfrm>
              <a:off x="7439025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8" name="login-arrow/28">
              <a:extLst>
                <a:ext uri="{FF2B5EF4-FFF2-40B4-BE49-F238E27FC236}">
                  <ns2:creationId id="{BDCDBAEB-054B-4CE7-A511-776A0F8599C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9" name="login-arrow/29">
              <a:extLst>
                <a:ext uri="{FF2B5EF4-FFF2-40B4-BE49-F238E27FC236}">
                  <ns2:creationId id="{9DF49E5B-DFC5-4A52-A469-7A006CA56C66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4257675"/>
              <a:ext cx="19050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75" b="0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Login</a:t>
              </a:r>
            </a:p>
          </p:txBody>
        </p:sp>
      </p:grpSp>
      <p:grpSp>
        <p:nvGrpSpPr>
          <p:cNvPr id="39" name="!!request-arrow"/>
          <p:cNvGrpSpPr/>
          <p:nvPr/>
        </p:nvGrpSpPr>
        <p:grpSpPr>
          <a:xfrm>
            <a:off x="10715625" y="4257675"/>
            <a:ext cx="3286125" cy="695325"/>
            <a:chOff x="10715625" y="4257675"/>
            <a:chExt cx="3286125" cy="695325"/>
          </a:xfrm>
        </p:grpSpPr>
        <p:sp>
          <p:nvSpPr>
            <p:cNvPr id="30" name="request-arrow/30">
              <a:extLst>
                <a:ext uri="{FF2B5EF4-FFF2-40B4-BE49-F238E27FC236}">
                  <ns2:creationId id="{95D0A169-73D1-417B-BCB4-06748C2E061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00D9FF"/>
              </a:solidFill>
              <a:prstDash val="solid"/>
            </a:ln>
          </p:spPr>
        </p:sp>
        <p:sp>
          <p:nvSpPr>
            <p:cNvPr id="31" name="request-arrow/31">
              <a:extLst>
                <a:ext uri="{FF2B5EF4-FFF2-40B4-BE49-F238E27FC236}">
                  <ns2:creationId id="{7BDFE369-BC30-4924-83D5-834A047F46B7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00D9FF"/>
              </a:solidFill>
              <a:prstDash val="solid"/>
            </a:ln>
          </p:spPr>
        </p:sp>
        <p:sp>
          <p:nvSpPr>
            <p:cNvPr id="32" name="request-arrow/32">
              <a:extLst>
                <a:ext uri="{FF2B5EF4-FFF2-40B4-BE49-F238E27FC236}">
                  <ns2:creationId id="{40FCDD53-7175-4AEC-B0D4-5D50AB945EF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33" name="request-arrow/33">
              <a:extLst>
                <a:ext uri="{FF2B5EF4-FFF2-40B4-BE49-F238E27FC236}">
                  <ns2:creationId id="{33F2208A-57DB-4E5D-B7EF-3036768070DB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4257675"/>
              <a:ext cx="20955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75" b="0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Request</a:t>
              </a:r>
            </a:p>
          </p:txBody>
        </p:sp>
      </p:grpSp>
    </p:spTree>
    <p:extLst>
      <p:ext uri="{BB962C8B-B14F-4D97-AF65-F5344CB8AC3E}">
        <ns3:creationId val="798755267"/>
      </p:ext>
    </p:extLst>
  </p:cSld>
  <p:transition spd="fast" advClick="1" advTm="2300">
    <p:fade/>
  </p:transition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4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7" name="!!main-heading">
            <a:extLst>
              <a:ext uri="{FF2B5EF4-FFF2-40B4-BE49-F238E27FC236}">
                <ns2:creationId id="{BE0C896F-EA1F-4AFB-9DD7-FE364E6DD51F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36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grpSp>
        <p:nvGrpSpPr>
          <p:cNvPr id="28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3790E1B1-404F-49B2-999F-5349C2B963D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>
                <a:alpha val="45000"/>
              </a:srgbClr>
            </a:solidFill>
            <a:ln w="19050">
              <a:solidFill>
                <a:srgbClr val="00D9FF">
                  <a:alpha val="27000"/>
                </a:srgbClr>
              </a:solidFill>
              <a:prstDash val="solid"/>
            </a:ln>
            <a:effectLst>
              <a:glow rad="76200">
                <a:srgbClr val="00D9FF">
                  <a:alpha val="54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77B45F7E-5F77-48CE-B208-FE5D280EE544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>
                      <a:alpha val="45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>
                      <a:alpha val="45000"/>
                    </a:srgbClr>
                  </a:solidFill>
                  <a:latin typeface="SF Pro Display"/>
                  <a:ea typeface="SF Pro Display"/>
                  <a:cs typeface="SF Pro Display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ECDE57C8-736E-415A-BA76-84B05446ECD2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C1B9C713-9634-4F2E-AA31-F3A1803B21EB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EA226E9D-D2B7-4CC4-962E-8CC9662CB126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>
                      <a:alpha val="45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>
                      <a:alpha val="45000"/>
                    </a:srgbClr>
                  </a:solidFill>
                  <a:latin typeface="SF Arabic"/>
                  <a:ea typeface="SF Arabic"/>
                  <a:cs typeface="SF Arabic"/>
                </a:rPr>
                <a:t>المستخدم</a:t>
              </a:r>
            </a:p>
          </p:txBody>
        </p:sp>
      </p:grpSp>
      <p:grpSp>
        <p:nvGrpSpPr>
          <p:cNvPr id="29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69480B34-A266-4642-BFE4-DAC054F819C6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>
                <a:alpha val="45000"/>
              </a:srgbClr>
            </a:solidFill>
            <a:ln w="19050">
              <a:solidFill>
                <a:srgbClr val="00D9FF">
                  <a:alpha val="27000"/>
                </a:srgbClr>
              </a:solidFill>
              <a:prstDash val="solid"/>
            </a:ln>
            <a:effectLst>
              <a:glow rad="76200">
                <a:srgbClr val="00D9FF">
                  <a:alpha val="54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F8A6D767-D85B-42B9-A86A-3C3E5DACB482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>
                      <a:alpha val="45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>
                      <a:alpha val="45000"/>
                    </a:srgbClr>
                  </a:solidFill>
                  <a:latin typeface="SF Pro Display"/>
                  <a:ea typeface="SF Pro Display"/>
                  <a:cs typeface="SF Pro Display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B339DF33-4B59-4702-95BC-1BC9FA3FFB93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183D0188-00CB-4E42-9CC1-EF311299C79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F6EAE65D-347A-4133-92F4-9BDACB670FA8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>
                <a:alpha val="45000"/>
              </a:srgbClr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FA416EAF-66CC-4E19-8598-0DCA20D75769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>
                <a:alpha val="45000"/>
              </a:srgbClr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C3A52D98-F9F2-4070-AE13-FACB088552A8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>
                      <a:alpha val="45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>
                      <a:alpha val="45000"/>
                    </a:srgbClr>
                  </a:solidFill>
                  <a:latin typeface="SF Arabic"/>
                  <a:ea typeface="SF Arabic"/>
                  <a:cs typeface="SF Arabic"/>
                </a:rPr>
                <a:t>المتصفح</a:t>
              </a:r>
            </a:p>
          </p:txBody>
        </p:sp>
      </p:grpSp>
      <p:grpSp>
        <p:nvGrpSpPr>
          <p:cNvPr id="30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D9E2EC15-E452-4ED0-982A-11F3A3D43078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962275C6-A002-40A3-8065-E62CD409E004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Server</a:t>
              </a:r>
            </a:p>
          </p:txBody>
        </p:sp>
        <p:sp>
          <p:nvSpPr>
            <p:cNvPr id="18" name="server/18">
              <a:extLst>
                <a:ext uri="{FF2B5EF4-FFF2-40B4-BE49-F238E27FC236}">
                  <ns2:creationId id="{E6D7418A-E1A7-4B6F-90F2-518BFACD9D88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721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00" b="0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00" b="0" lang="en-US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rPr>
                <a:t>Verified</a:t>
              </a:r>
            </a:p>
          </p:txBody>
        </p:sp>
      </p:grpSp>
      <p:grpSp>
        <p:nvGrpSpPr>
          <p:cNvPr id="31" name="!!server-check"/>
          <p:cNvGrpSpPr/>
          <p:nvPr/>
        </p:nvGrpSpPr>
        <p:grpSpPr>
          <a:xfrm>
            <a:off x="15049500" y="4333875"/>
            <a:ext cx="1047750" cy="1047750"/>
            <a:chOff x="15049500" y="4333875"/>
            <a:chExt cx="1047750" cy="1047750"/>
          </a:xfrm>
        </p:grpSpPr>
        <p:sp>
          <p:nvSpPr>
            <p:cNvPr id="16" name="server-check/16">
              <a:extLst>
                <a:ext uri="{FF2B5EF4-FFF2-40B4-BE49-F238E27FC236}">
                  <ns2:creationId id="{A39916A0-F5BE-44E4-8AC0-DE4002BCAEB8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0" y="4333875"/>
              <a:ext cx="1047750" cy="1047750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7" name="server-check/17">
              <a:extLst>
                <a:ext uri="{FF2B5EF4-FFF2-40B4-BE49-F238E27FC236}">
                  <ns2:creationId id="{00BB6EC9-B95E-41EB-A4C7-6A80A34D3D80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0" y="4333875"/>
              <a:ext cx="1047750" cy="1047750"/>
            </a:xfrm>
            <a:custGeom>
              <a:pathLst>
                <a:path w="952500" h="952500">
                  <a:moveTo>
                    <a:pt x="238125" y="485775"/>
                  </a:moveTo>
                  <a:lnTo>
                    <a:pt x="409575" y="666750"/>
                  </a:lnTo>
                  <a:lnTo>
                    <a:pt x="733425" y="295275"/>
                  </a:lnTo>
                </a:path>
              </a:pathLst>
            </a:custGeom>
            <a:noFill/>
            <a:ln w="66675">
              <a:solidFill>
                <a:srgbClr val="F5F7FA"/>
              </a:solidFill>
              <a:prstDash val="solid"/>
            </a:ln>
          </p:spPr>
        </p:sp>
      </p:grpSp>
      <p:grpSp>
        <p:nvGrpSpPr>
          <p:cNvPr id="32" name="!!login-arrow"/>
          <p:cNvGrpSpPr/>
          <p:nvPr/>
        </p:nvGrpSpPr>
        <p:grpSpPr>
          <a:xfrm>
            <a:off x="4286250" y="4257675"/>
            <a:ext cx="3286125" cy="695325"/>
            <a:chOff x="4286250" y="4257675"/>
            <a:chExt cx="3286125" cy="695325"/>
          </a:xfrm>
        </p:grpSpPr>
        <p:sp>
          <p:nvSpPr>
            <p:cNvPr id="19" name="login-arrow/19">
              <a:extLst>
                <a:ext uri="{FF2B5EF4-FFF2-40B4-BE49-F238E27FC236}">
                  <ns2:creationId id="{E68BF9C4-754B-4D16-8A1A-F559C8230CB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20" name="login-arrow/20">
              <a:extLst>
                <a:ext uri="{FF2B5EF4-FFF2-40B4-BE49-F238E27FC236}">
                  <ns2:creationId id="{631F26C1-DE26-4CF8-AF98-588C1E5494DF}"/>
                </a:ext>
              </a:extLst>
            </p:cNvPr>
            <p:cNvSpPr>
              <a:spLocks noGrp="1"/>
            </p:cNvSpPr>
            <p:nvPr/>
          </p:nvSpPr>
          <p:spPr>
            <a:xfrm>
              <a:off x="7439025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21" name="login-arrow/21">
              <a:extLst>
                <a:ext uri="{FF2B5EF4-FFF2-40B4-BE49-F238E27FC236}">
                  <ns2:creationId id="{85DEACDB-502A-4D1F-8B92-D2F3C1E3E35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22" name="login-arrow/22">
              <a:extLst>
                <a:ext uri="{FF2B5EF4-FFF2-40B4-BE49-F238E27FC236}">
                  <ns2:creationId id="{A1A67AC0-BCB5-400B-B7B4-BB513545C5D3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4257675"/>
              <a:ext cx="19050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B7BFF">
                      <a:alpha val="45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75" b="0" lang="en-US">
                  <a:solidFill>
                    <a:srgbClr val="8B7BFF">
                      <a:alpha val="45000"/>
                    </a:srgbClr>
                  </a:solidFill>
                  <a:latin typeface="SF Pro Display"/>
                  <a:ea typeface="SF Pro Display"/>
                  <a:cs typeface="SF Pro Display"/>
                </a:rPr>
                <a:t>Login</a:t>
              </a:r>
            </a:p>
          </p:txBody>
        </p:sp>
      </p:grpSp>
      <p:grpSp>
        <p:nvGrpSpPr>
          <p:cNvPr id="33" name="!!request-arrow"/>
          <p:cNvGrpSpPr/>
          <p:nvPr/>
        </p:nvGrpSpPr>
        <p:grpSpPr>
          <a:xfrm>
            <a:off x="10715625" y="4257675"/>
            <a:ext cx="3286125" cy="695325"/>
            <a:chOff x="10715625" y="4257675"/>
            <a:chExt cx="3286125" cy="695325"/>
          </a:xfrm>
        </p:grpSpPr>
        <p:sp>
          <p:nvSpPr>
            <p:cNvPr id="23" name="request-arrow/23">
              <a:extLst>
                <a:ext uri="{FF2B5EF4-FFF2-40B4-BE49-F238E27FC236}">
                  <ns2:creationId id="{3EA8B5A8-203A-4360-82A3-B7FF4A8F1D0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4" name="request-arrow/24">
              <a:extLst>
                <a:ext uri="{FF2B5EF4-FFF2-40B4-BE49-F238E27FC236}">
                  <ns2:creationId id="{C317FE88-B784-41A3-AF7E-3D4003AEA9B0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5" name="request-arrow/25">
              <a:extLst>
                <a:ext uri="{FF2B5EF4-FFF2-40B4-BE49-F238E27FC236}">
                  <ns2:creationId id="{F0D5C569-A572-4975-8B78-13497671045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6" name="request-arrow/26">
              <a:extLst>
                <a:ext uri="{FF2B5EF4-FFF2-40B4-BE49-F238E27FC236}">
                  <ns2:creationId id="{EFC1846C-5E77-426C-AF7B-D5565D099271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4257675"/>
              <a:ext cx="20955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00D9FF">
                      <a:alpha val="45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75" b="0" lang="en-US">
                  <a:solidFill>
                    <a:srgbClr val="00D9FF">
                      <a:alpha val="45000"/>
                    </a:srgbClr>
                  </a:solidFill>
                  <a:latin typeface="SF Pro Display"/>
                  <a:ea typeface="SF Pro Display"/>
                  <a:cs typeface="SF Pro Display"/>
                </a:rPr>
                <a:t>Request</a:t>
              </a:r>
            </a:p>
          </p:txBody>
        </p:sp>
      </p:grpSp>
    </p:spTree>
    <p:extLst>
      <p:ext uri="{BB962C8B-B14F-4D97-AF65-F5344CB8AC3E}">
        <ns3:creationId val="2035427877"/>
      </p:ext>
    </p:extLst>
  </p:cSld>
  <p:transition spd="fast" advClick="1" advTm="1700">
    <p:fade/>
  </p:transition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5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45" name="!!main-heading">
            <a:extLst>
              <a:ext uri="{FF2B5EF4-FFF2-40B4-BE49-F238E27FC236}">
                <ns2:creationId id="{6FED0BB2-A7B1-48B3-B106-824019190B9C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36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grpSp>
        <p:nvGrpSpPr>
          <p:cNvPr id="46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66543BC7-A364-4B01-9467-2D0343C2F1E4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48CEC48C-D4A2-4608-84BB-10EC79415397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1B36B2FC-3F13-4994-9717-038F0EBC5869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555EF53F-369D-48CC-8CBC-537AB0F5E4C0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0C9EE0F7-4871-46E3-B7A9-6DF7CF247016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المستخدم</a:t>
              </a:r>
            </a:p>
          </p:txBody>
        </p:sp>
      </p:grpSp>
      <p:grpSp>
        <p:nvGrpSpPr>
          <p:cNvPr id="47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4E9C0C1D-6CDA-4C4E-B29D-8835AFA0B973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14477E5D-E94C-442C-9CE2-BE70A929D905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86ED9ED0-6CA6-40A5-BA79-D16E17D60529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51C01176-50BE-47DF-B365-5DA7C5D0095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492FF246-5FFB-453D-990D-CF73FE7A57E4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289B64B6-AD98-403A-A60E-CF738C5536A2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F2DEB299-3779-4FDB-B3C9-3F287A9F9C59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المتصفح</a:t>
              </a:r>
            </a:p>
          </p:txBody>
        </p:sp>
      </p:grpSp>
      <p:grpSp>
        <p:nvGrpSpPr>
          <p:cNvPr id="48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AD4B7604-7C5E-4AC2-9041-C24F3FFA7E43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80E7C8B4-B0C3-48D8-86BC-C252B873035B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77574BC5-42A7-4B55-803C-5FDB157182C1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EE5E8DA1-AB39-4FE6-8F6B-57985037935F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C4566894-477D-4B6C-8F1F-515E78B2B11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FDB0B628-C2E8-4A0D-8529-27652779E2FC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7450C639-357E-42F8-B50F-A0363CD247B4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EB05E241-930D-469B-943D-997F384C7A5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D03BB9A7-0A18-4038-BB36-FAE77CB41FA1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EC1331AE-2469-4A0F-A1B3-C0A63E884660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8F9C5826-24AA-495F-8D4B-DBFC2631361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B64523D6-493B-4FD5-9506-A88E72A2DCE5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السيرفر</a:t>
              </a:r>
            </a:p>
          </p:txBody>
        </p:sp>
      </p:grpSp>
      <p:grpSp>
        <p:nvGrpSpPr>
          <p:cNvPr id="49" name="!!login-arrow"/>
          <p:cNvGrpSpPr/>
          <p:nvPr/>
        </p:nvGrpSpPr>
        <p:grpSpPr>
          <a:xfrm>
            <a:off x="4286250" y="4257675"/>
            <a:ext cx="3286125" cy="695325"/>
            <a:chOff x="4286250" y="4257675"/>
            <a:chExt cx="3286125" cy="695325"/>
          </a:xfrm>
        </p:grpSpPr>
        <p:sp>
          <p:nvSpPr>
            <p:cNvPr id="26" name="login-arrow/26">
              <a:extLst>
                <a:ext uri="{FF2B5EF4-FFF2-40B4-BE49-F238E27FC236}">
                  <ns2:creationId id="{1C05923D-0491-46A8-810D-8B10CB6AEFB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7" name="login-arrow/27">
              <a:extLst>
                <a:ext uri="{FF2B5EF4-FFF2-40B4-BE49-F238E27FC236}">
                  <ns2:creationId id="{FC4373F4-76A8-4427-8BA7-3D2D4D4F9D49}"/>
                </a:ext>
              </a:extLst>
            </p:cNvPr>
            <p:cNvSpPr>
              <a:spLocks noGrp="1"/>
            </p:cNvSpPr>
            <p:nvPr/>
          </p:nvSpPr>
          <p:spPr>
            <a:xfrm>
              <a:off x="7439025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8" name="login-arrow/28">
              <a:extLst>
                <a:ext uri="{FF2B5EF4-FFF2-40B4-BE49-F238E27FC236}">
                  <ns2:creationId id="{0C2AAFB0-DE1C-44AE-8C60-BA7905341D1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9" name="login-arrow/29">
              <a:extLst>
                <a:ext uri="{FF2B5EF4-FFF2-40B4-BE49-F238E27FC236}">
                  <ns2:creationId id="{95EC8D8E-91A6-4B59-A384-FF65C41C88A2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4257675"/>
              <a:ext cx="19050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75" b="0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Login</a:t>
              </a:r>
            </a:p>
          </p:txBody>
        </p:sp>
      </p:grpSp>
      <p:grpSp>
        <p:nvGrpSpPr>
          <p:cNvPr id="50" name="!!request-arrow"/>
          <p:cNvGrpSpPr/>
          <p:nvPr/>
        </p:nvGrpSpPr>
        <p:grpSpPr>
          <a:xfrm>
            <a:off x="10715625" y="4257675"/>
            <a:ext cx="3286125" cy="695325"/>
            <a:chOff x="10715625" y="4257675"/>
            <a:chExt cx="3286125" cy="695325"/>
          </a:xfrm>
        </p:grpSpPr>
        <p:sp>
          <p:nvSpPr>
            <p:cNvPr id="30" name="request-arrow/30">
              <a:extLst>
                <a:ext uri="{FF2B5EF4-FFF2-40B4-BE49-F238E27FC236}">
                  <ns2:creationId id="{0027680C-0BE8-4DAA-9879-04A5408AF3A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1" name="request-arrow/31">
              <a:extLst>
                <a:ext uri="{FF2B5EF4-FFF2-40B4-BE49-F238E27FC236}">
                  <ns2:creationId id="{821E4761-6F7B-4864-9773-DBC00C1549BB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2" name="request-arrow/32">
              <a:extLst>
                <a:ext uri="{FF2B5EF4-FFF2-40B4-BE49-F238E27FC236}">
                  <ns2:creationId id="{D664EBF1-6FC3-4B63-BB0F-7102B728689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3" name="request-arrow/33">
              <a:extLst>
                <a:ext uri="{FF2B5EF4-FFF2-40B4-BE49-F238E27FC236}">
                  <ns2:creationId id="{18505C2E-FB9C-4315-A884-693A53F03D0F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4257675"/>
              <a:ext cx="20955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75" b="0" lang="en-US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Request</a:t>
              </a:r>
            </a:p>
          </p:txBody>
        </p:sp>
      </p:grpSp>
      <p:grpSp>
        <p:nvGrpSpPr>
          <p:cNvPr id="51" name="!!return-arrow"/>
          <p:cNvGrpSpPr/>
          <p:nvPr/>
        </p:nvGrpSpPr>
        <p:grpSpPr>
          <a:xfrm>
            <a:off x="10715625" y="5476875"/>
            <a:ext cx="3286125" cy="190500"/>
            <a:chOff x="10715625" y="5476875"/>
            <a:chExt cx="3286125" cy="190500"/>
          </a:xfrm>
        </p:grpSpPr>
        <p:sp>
          <p:nvSpPr>
            <p:cNvPr id="34" name="return-arrow/34">
              <a:extLst>
                <a:ext uri="{FF2B5EF4-FFF2-40B4-BE49-F238E27FC236}">
                  <ns2:creationId id="{085719CF-8670-4671-970F-F4003B88F42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572125"/>
              <a:ext cx="3286125" cy="0"/>
            </a:xfrm>
            <a:prstGeom prst="line">
              <a:avLst/>
            </a:pr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5" name="return-arrow/35">
              <a:extLst>
                <a:ext uri="{FF2B5EF4-FFF2-40B4-BE49-F238E27FC236}">
                  <ns2:creationId id="{B434117D-CF1D-4871-9335-8835FFD300D1}"/>
                </a:ext>
              </a:extLst>
            </p:cNvPr>
            <p:cNvSpPr>
              <a:spLocks noGrp="1"/>
            </p:cNvSpPr>
            <p:nvPr/>
          </p:nvSpPr>
          <p:spPr>
            <a:xfrm>
              <a:off x="10715625" y="5476875"/>
              <a:ext cx="133350" cy="190500"/>
            </a:xfrm>
            <a:custGeom>
              <a:pathLst>
                <a:path w="952500" h="952500">
                  <a:moveTo>
                    <a:pt x="952500" y="0"/>
                  </a:moveTo>
                  <a:lnTo>
                    <a:pt x="0" y="476250"/>
                  </a:lnTo>
                  <a:lnTo>
                    <a:pt x="952500" y="952500"/>
                  </a:lnTo>
                </a:path>
              </a:pathLst>
            </a:cu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6" name="return-arrow/36">
              <a:extLst>
                <a:ext uri="{FF2B5EF4-FFF2-40B4-BE49-F238E27FC236}">
                  <ns2:creationId id="{F0F2BC49-3EA2-4352-9260-55302E55418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572125"/>
              <a:ext cx="3286125" cy="0"/>
            </a:xfrm>
            <a:prstGeom prst="line">
              <a:avLst/>
            </a:prstGeom>
            <a:noFill/>
            <a:ln w="57150">
              <a:solidFill>
                <a:srgbClr val="FFB800"/>
              </a:solidFill>
              <a:prstDash val="solid"/>
            </a:ln>
          </p:spPr>
        </p:sp>
      </p:grpSp>
      <p:grpSp>
        <p:nvGrpSpPr>
          <p:cNvPr id="52" name="!!moving-cookie"/>
          <p:cNvGrpSpPr/>
          <p:nvPr/>
        </p:nvGrpSpPr>
        <p:grpSpPr>
          <a:xfrm>
            <a:off x="13477875" y="5143500"/>
            <a:ext cx="857250" cy="857250"/>
            <a:chOff x="13477875" y="5143500"/>
            <a:chExt cx="857250" cy="857250"/>
          </a:xfrm>
        </p:grpSpPr>
        <p:sp>
          <p:nvSpPr>
            <p:cNvPr id="37" name="moving-cookie/37">
              <a:extLst>
                <a:ext uri="{FF2B5EF4-FFF2-40B4-BE49-F238E27FC236}">
                  <ns2:creationId id="{A65B9F5A-5A0D-4000-8E40-8B495C83CE1D}"/>
                </a:ext>
              </a:extLst>
            </p:cNvPr>
            <p:cNvSpPr>
              <a:spLocks noGrp="1"/>
            </p:cNvSpPr>
            <p:nvPr/>
          </p:nvSpPr>
          <p:spPr>
            <a:xfrm>
              <a:off x="13477875" y="5143500"/>
              <a:ext cx="857250" cy="85725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38" name="moving-cookie/38">
              <a:extLst>
                <a:ext uri="{FF2B5EF4-FFF2-40B4-BE49-F238E27FC236}">
                  <ns2:creationId id="{9A1C06BF-FA3A-4A12-82F5-4201E5E988ED}"/>
                </a:ext>
              </a:extLst>
            </p:cNvPr>
            <p:cNvSpPr>
              <a:spLocks noGrp="1"/>
            </p:cNvSpPr>
            <p:nvPr/>
          </p:nvSpPr>
          <p:spPr>
            <a:xfrm>
              <a:off x="13735050" y="5349240"/>
              <a:ext cx="98584" cy="9858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9" name="moving-cookie/39">
              <a:extLst>
                <a:ext uri="{FF2B5EF4-FFF2-40B4-BE49-F238E27FC236}">
                  <ns2:creationId id="{0789E457-DB6A-4521-A529-9B4926C5B426}"/>
                </a:ext>
              </a:extLst>
            </p:cNvPr>
            <p:cNvSpPr>
              <a:spLocks noGrp="1"/>
            </p:cNvSpPr>
            <p:nvPr/>
          </p:nvSpPr>
          <p:spPr>
            <a:xfrm>
              <a:off x="14000798" y="5314950"/>
              <a:ext cx="68580" cy="6858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0" name="moving-cookie/40">
              <a:extLst>
                <a:ext uri="{FF2B5EF4-FFF2-40B4-BE49-F238E27FC236}">
                  <ns2:creationId id="{D8814806-1BC0-470D-839E-547C340230B9}"/>
                </a:ext>
              </a:extLst>
            </p:cNvPr>
            <p:cNvSpPr>
              <a:spLocks noGrp="1"/>
            </p:cNvSpPr>
            <p:nvPr/>
          </p:nvSpPr>
          <p:spPr>
            <a:xfrm>
              <a:off x="14077950" y="5546408"/>
              <a:ext cx="111443" cy="111443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1" name="moving-cookie/41">
              <a:extLst>
                <a:ext uri="{FF2B5EF4-FFF2-40B4-BE49-F238E27FC236}">
                  <ns2:creationId id="{5ADF3911-23A1-4F17-8774-7C6242B6B28E}"/>
                </a:ext>
              </a:extLst>
            </p:cNvPr>
            <p:cNvSpPr>
              <a:spLocks noGrp="1"/>
            </p:cNvSpPr>
            <p:nvPr/>
          </p:nvSpPr>
          <p:spPr>
            <a:xfrm>
              <a:off x="13795058" y="5632133"/>
              <a:ext cx="102870" cy="10287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2" name="moving-cookie/42">
              <a:extLst>
                <a:ext uri="{FF2B5EF4-FFF2-40B4-BE49-F238E27FC236}">
                  <ns2:creationId id="{A76FEE9D-F455-4588-8B92-B8340576097B}"/>
                </a:ext>
              </a:extLst>
            </p:cNvPr>
            <p:cNvSpPr>
              <a:spLocks noGrp="1"/>
            </p:cNvSpPr>
            <p:nvPr/>
          </p:nvSpPr>
          <p:spPr>
            <a:xfrm>
              <a:off x="13949363" y="5812155"/>
              <a:ext cx="68580" cy="6858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3" name="moving-cookie/43">
              <a:extLst>
                <a:ext uri="{FF2B5EF4-FFF2-40B4-BE49-F238E27FC236}">
                  <ns2:creationId id="{7AECC815-D9D2-4680-A030-8191A3564EC2}"/>
                </a:ext>
              </a:extLst>
            </p:cNvPr>
            <p:cNvSpPr>
              <a:spLocks noGrp="1"/>
            </p:cNvSpPr>
            <p:nvPr/>
          </p:nvSpPr>
          <p:spPr>
            <a:xfrm>
              <a:off x="13640753" y="5777865"/>
              <a:ext cx="55721" cy="55721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sp>
        <p:nvSpPr>
          <p:cNvPr id="44" name="!!return-label">
            <a:extLst>
              <a:ext uri="{FF2B5EF4-FFF2-40B4-BE49-F238E27FC236}">
                <ns2:creationId id="{11A9B131-AFE6-4FDB-A97B-C73A84BF6428}"/>
              </a:ext>
            </a:extLst>
          </p:cNvPr>
          <p:cNvSpPr>
            <a:spLocks noGrp="1"/>
          </p:cNvSpPr>
          <p:nvPr/>
        </p:nvSpPr>
        <p:spPr>
          <a:xfrm>
            <a:off x="11525250" y="6143625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100" b="0">
                <a:solidFill>
                  <a:srgbClr val="FFB80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0" lang="en-US">
                <a:solidFill>
                  <a:srgbClr val="FFB800"/>
                </a:solidFill>
                <a:latin typeface="SF Pro Display"/>
                <a:ea typeface="SF Pro Display"/>
                <a:cs typeface="SF Pro Display"/>
              </a:rPr>
              <a:t>Session Cookie</a:t>
            </a:r>
          </a:p>
        </p:txBody>
      </p:sp>
    </p:spTree>
    <p:extLst>
      <p:ext uri="{BB962C8B-B14F-4D97-AF65-F5344CB8AC3E}">
        <ns3:creationId val="676511740"/>
      </p:ext>
    </p:extLst>
  </p:cSld>
  <p:transition spd="fast" advClick="1" advTm="1200">
    <p:fade/>
  </p:transition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6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45" name="!!main-heading">
            <a:extLst>
              <a:ext uri="{FF2B5EF4-FFF2-40B4-BE49-F238E27FC236}">
                <ns2:creationId id="{2A359511-8C60-43DD-8F93-97C66A158073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36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grpSp>
        <p:nvGrpSpPr>
          <p:cNvPr id="46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282A2270-AE4C-4EA7-9A83-C35A2A00766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18942518-6E2D-48C2-AFAC-A295BD544A71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0046CAFF-9D54-47F8-A377-C3736281535E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778A1A02-CDF0-446A-B295-A5446998E407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3CA56711-03D6-47BD-AE57-789A3BF361FA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المستخدم</a:t>
              </a:r>
            </a:p>
          </p:txBody>
        </p:sp>
      </p:grpSp>
      <p:grpSp>
        <p:nvGrpSpPr>
          <p:cNvPr id="47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2EDF0287-7552-419C-9C42-64EDF202294D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8162777F-E9E3-472D-89A9-FF7727803A77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14EE682A-E1BE-44BA-869F-537615E06002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E303F315-5512-474E-8282-6F1A483EAF5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901B9AFC-0DD4-4CB2-BF1F-E8A37BED4D4C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39A53083-2FBA-4234-B83C-69CDE8C5DED0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F78F6FAE-71B2-4DE1-9E61-42045C9A300B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المتصفح</a:t>
              </a:r>
            </a:p>
          </p:txBody>
        </p:sp>
      </p:grpSp>
      <p:grpSp>
        <p:nvGrpSpPr>
          <p:cNvPr id="48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210049ED-680C-43CC-839B-B426D48F8D12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D57DD90A-CF58-43D9-80D3-2500ED86DC36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46B38BC0-D5C9-4B58-93A5-B26CFAADDE23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DB3123AD-644B-4638-84EF-88B448F2B88C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FB97B3D0-69EA-4C91-90FE-86EB43077A5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32917E08-2C21-42DF-BB9E-596160569156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FB82E50C-E142-41C0-9C8F-E918FB90D313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C4F6ED88-6A91-404E-9F8C-A1D4F158D81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33C2FAD8-CEB3-44C7-A3E4-5D5A008435EB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78893A88-EF88-4894-AB9F-8CCEBF56F993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1C816002-9AE9-4362-93D2-9520C416054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966A4FE5-5725-4F6B-9B9C-4EBFB2D99533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السيرفر</a:t>
              </a:r>
            </a:p>
          </p:txBody>
        </p:sp>
      </p:grpSp>
      <p:grpSp>
        <p:nvGrpSpPr>
          <p:cNvPr id="49" name="!!login-arrow"/>
          <p:cNvGrpSpPr/>
          <p:nvPr/>
        </p:nvGrpSpPr>
        <p:grpSpPr>
          <a:xfrm>
            <a:off x="4286250" y="4257675"/>
            <a:ext cx="3286125" cy="695325"/>
            <a:chOff x="4286250" y="4257675"/>
            <a:chExt cx="3286125" cy="695325"/>
          </a:xfrm>
        </p:grpSpPr>
        <p:sp>
          <p:nvSpPr>
            <p:cNvPr id="26" name="login-arrow/26">
              <a:extLst>
                <a:ext uri="{FF2B5EF4-FFF2-40B4-BE49-F238E27FC236}">
                  <ns2:creationId id="{D6E31E26-5F3B-4381-B5B7-01B2422D33F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7" name="login-arrow/27">
              <a:extLst>
                <a:ext uri="{FF2B5EF4-FFF2-40B4-BE49-F238E27FC236}">
                  <ns2:creationId id="{F7F29899-3A9F-4336-9AAB-8E0C84B8FF0E}"/>
                </a:ext>
              </a:extLst>
            </p:cNvPr>
            <p:cNvSpPr>
              <a:spLocks noGrp="1"/>
            </p:cNvSpPr>
            <p:nvPr/>
          </p:nvSpPr>
          <p:spPr>
            <a:xfrm>
              <a:off x="7439025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8" name="login-arrow/28">
              <a:extLst>
                <a:ext uri="{FF2B5EF4-FFF2-40B4-BE49-F238E27FC236}">
                  <ns2:creationId id="{058B2B8C-92CB-4D89-AB77-EF725F47AFE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9" name="login-arrow/29">
              <a:extLst>
                <a:ext uri="{FF2B5EF4-FFF2-40B4-BE49-F238E27FC236}">
                  <ns2:creationId id="{D6606346-5D14-46A8-ADA0-B8CDDE20A7B9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4257675"/>
              <a:ext cx="19050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75" b="0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Login</a:t>
              </a:r>
            </a:p>
          </p:txBody>
        </p:sp>
      </p:grpSp>
      <p:grpSp>
        <p:nvGrpSpPr>
          <p:cNvPr id="50" name="!!request-arrow"/>
          <p:cNvGrpSpPr/>
          <p:nvPr/>
        </p:nvGrpSpPr>
        <p:grpSpPr>
          <a:xfrm>
            <a:off x="10715625" y="4257675"/>
            <a:ext cx="3286125" cy="695325"/>
            <a:chOff x="10715625" y="4257675"/>
            <a:chExt cx="3286125" cy="695325"/>
          </a:xfrm>
        </p:grpSpPr>
        <p:sp>
          <p:nvSpPr>
            <p:cNvPr id="30" name="request-arrow/30">
              <a:extLst>
                <a:ext uri="{FF2B5EF4-FFF2-40B4-BE49-F238E27FC236}">
                  <ns2:creationId id="{7CACE8CA-7146-44CA-8D00-28BF80F689F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1" name="request-arrow/31">
              <a:extLst>
                <a:ext uri="{FF2B5EF4-FFF2-40B4-BE49-F238E27FC236}">
                  <ns2:creationId id="{A1075EA8-29FF-40DD-A9E3-B1B380CC640B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2" name="request-arrow/32">
              <a:extLst>
                <a:ext uri="{FF2B5EF4-FFF2-40B4-BE49-F238E27FC236}">
                  <ns2:creationId id="{FC472183-66CB-4F12-BE63-E2EA93375B6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3" name="request-arrow/33">
              <a:extLst>
                <a:ext uri="{FF2B5EF4-FFF2-40B4-BE49-F238E27FC236}">
                  <ns2:creationId id="{3E6D90B1-EFBA-4755-9CE6-8541BC990335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4257675"/>
              <a:ext cx="20955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75" b="0" lang="en-US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Request</a:t>
              </a:r>
            </a:p>
          </p:txBody>
        </p:sp>
      </p:grpSp>
      <p:grpSp>
        <p:nvGrpSpPr>
          <p:cNvPr id="51" name="!!return-arrow"/>
          <p:cNvGrpSpPr/>
          <p:nvPr/>
        </p:nvGrpSpPr>
        <p:grpSpPr>
          <a:xfrm>
            <a:off x="10715625" y="5476875"/>
            <a:ext cx="3286125" cy="190500"/>
            <a:chOff x="10715625" y="5476875"/>
            <a:chExt cx="3286125" cy="190500"/>
          </a:xfrm>
        </p:grpSpPr>
        <p:sp>
          <p:nvSpPr>
            <p:cNvPr id="34" name="return-arrow/34">
              <a:extLst>
                <a:ext uri="{FF2B5EF4-FFF2-40B4-BE49-F238E27FC236}">
                  <ns2:creationId id="{17753B1E-B559-4BF5-A0F4-97B4370CE07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572125"/>
              <a:ext cx="3286125" cy="0"/>
            </a:xfrm>
            <a:prstGeom prst="line">
              <a:avLst/>
            </a:pr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5" name="return-arrow/35">
              <a:extLst>
                <a:ext uri="{FF2B5EF4-FFF2-40B4-BE49-F238E27FC236}">
                  <ns2:creationId id="{ECB89DBE-FEFA-4D45-8F67-FC6A8578931C}"/>
                </a:ext>
              </a:extLst>
            </p:cNvPr>
            <p:cNvSpPr>
              <a:spLocks noGrp="1"/>
            </p:cNvSpPr>
            <p:nvPr/>
          </p:nvSpPr>
          <p:spPr>
            <a:xfrm>
              <a:off x="10715625" y="5476875"/>
              <a:ext cx="133350" cy="190500"/>
            </a:xfrm>
            <a:custGeom>
              <a:pathLst>
                <a:path w="952500" h="952500">
                  <a:moveTo>
                    <a:pt x="952500" y="0"/>
                  </a:moveTo>
                  <a:lnTo>
                    <a:pt x="0" y="476250"/>
                  </a:lnTo>
                  <a:lnTo>
                    <a:pt x="952500" y="952500"/>
                  </a:lnTo>
                </a:path>
              </a:pathLst>
            </a:cu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6" name="return-arrow/36">
              <a:extLst>
                <a:ext uri="{FF2B5EF4-FFF2-40B4-BE49-F238E27FC236}">
                  <ns2:creationId id="{B06EBF41-5E39-487B-9FA7-513D901EF37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572125"/>
              <a:ext cx="3286125" cy="0"/>
            </a:xfrm>
            <a:prstGeom prst="line">
              <a:avLst/>
            </a:prstGeom>
            <a:noFill/>
            <a:ln w="57150">
              <a:solidFill>
                <a:srgbClr val="FFB800"/>
              </a:solidFill>
              <a:prstDash val="solid"/>
            </a:ln>
          </p:spPr>
        </p:sp>
      </p:grpSp>
      <p:grpSp>
        <p:nvGrpSpPr>
          <p:cNvPr id="52" name="!!moving-cookie"/>
          <p:cNvGrpSpPr/>
          <p:nvPr/>
        </p:nvGrpSpPr>
        <p:grpSpPr>
          <a:xfrm>
            <a:off x="11953875" y="5143500"/>
            <a:ext cx="857250" cy="857250"/>
            <a:chOff x="11953875" y="5143500"/>
            <a:chExt cx="857250" cy="857250"/>
          </a:xfrm>
        </p:grpSpPr>
        <p:sp>
          <p:nvSpPr>
            <p:cNvPr id="37" name="moving-cookie/37">
              <a:extLst>
                <a:ext uri="{FF2B5EF4-FFF2-40B4-BE49-F238E27FC236}">
                  <ns2:creationId id="{0AE37D30-71BE-400D-A9DB-474390F630FB}"/>
                </a:ext>
              </a:extLst>
            </p:cNvPr>
            <p:cNvSpPr>
              <a:spLocks noGrp="1"/>
            </p:cNvSpPr>
            <p:nvPr/>
          </p:nvSpPr>
          <p:spPr>
            <a:xfrm>
              <a:off x="11953875" y="5143500"/>
              <a:ext cx="857250" cy="85725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38" name="moving-cookie/38">
              <a:extLst>
                <a:ext uri="{FF2B5EF4-FFF2-40B4-BE49-F238E27FC236}">
                  <ns2:creationId id="{47455CDE-E1C8-4D27-BA94-9DE3C89BEF58}"/>
                </a:ext>
              </a:extLst>
            </p:cNvPr>
            <p:cNvSpPr>
              <a:spLocks noGrp="1"/>
            </p:cNvSpPr>
            <p:nvPr/>
          </p:nvSpPr>
          <p:spPr>
            <a:xfrm>
              <a:off x="12211050" y="5349240"/>
              <a:ext cx="98584" cy="9858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9" name="moving-cookie/39">
              <a:extLst>
                <a:ext uri="{FF2B5EF4-FFF2-40B4-BE49-F238E27FC236}">
                  <ns2:creationId id="{F54B7DC1-187F-46AB-B103-9A800B0851B0}"/>
                </a:ext>
              </a:extLst>
            </p:cNvPr>
            <p:cNvSpPr>
              <a:spLocks noGrp="1"/>
            </p:cNvSpPr>
            <p:nvPr/>
          </p:nvSpPr>
          <p:spPr>
            <a:xfrm>
              <a:off x="12476798" y="5314950"/>
              <a:ext cx="68580" cy="6858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0" name="moving-cookie/40">
              <a:extLst>
                <a:ext uri="{FF2B5EF4-FFF2-40B4-BE49-F238E27FC236}">
                  <ns2:creationId id="{5F7D412D-7187-4E64-B25C-B72C434D7C18}"/>
                </a:ext>
              </a:extLst>
            </p:cNvPr>
            <p:cNvSpPr>
              <a:spLocks noGrp="1"/>
            </p:cNvSpPr>
            <p:nvPr/>
          </p:nvSpPr>
          <p:spPr>
            <a:xfrm>
              <a:off x="12553950" y="5546408"/>
              <a:ext cx="111443" cy="111443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1" name="moving-cookie/41">
              <a:extLst>
                <a:ext uri="{FF2B5EF4-FFF2-40B4-BE49-F238E27FC236}">
                  <ns2:creationId id="{8971890F-AF06-4DA4-BF00-0F0759CAD2D9}"/>
                </a:ext>
              </a:extLst>
            </p:cNvPr>
            <p:cNvSpPr>
              <a:spLocks noGrp="1"/>
            </p:cNvSpPr>
            <p:nvPr/>
          </p:nvSpPr>
          <p:spPr>
            <a:xfrm>
              <a:off x="12271058" y="5632133"/>
              <a:ext cx="102870" cy="10287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2" name="moving-cookie/42">
              <a:extLst>
                <a:ext uri="{FF2B5EF4-FFF2-40B4-BE49-F238E27FC236}">
                  <ns2:creationId id="{479C6864-C4A1-4D12-B085-FC02D6E2FA2B}"/>
                </a:ext>
              </a:extLst>
            </p:cNvPr>
            <p:cNvSpPr>
              <a:spLocks noGrp="1"/>
            </p:cNvSpPr>
            <p:nvPr/>
          </p:nvSpPr>
          <p:spPr>
            <a:xfrm>
              <a:off x="12425363" y="5812155"/>
              <a:ext cx="68580" cy="6858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3" name="moving-cookie/43">
              <a:extLst>
                <a:ext uri="{FF2B5EF4-FFF2-40B4-BE49-F238E27FC236}">
                  <ns2:creationId id="{8F7294E4-3610-4A08-ACB1-D9A50F3D7ADB}"/>
                </a:ext>
              </a:extLst>
            </p:cNvPr>
            <p:cNvSpPr>
              <a:spLocks noGrp="1"/>
            </p:cNvSpPr>
            <p:nvPr/>
          </p:nvSpPr>
          <p:spPr>
            <a:xfrm>
              <a:off x="12116753" y="5777865"/>
              <a:ext cx="55721" cy="55721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sp>
        <p:nvSpPr>
          <p:cNvPr id="44" name="!!return-label">
            <a:extLst>
              <a:ext uri="{FF2B5EF4-FFF2-40B4-BE49-F238E27FC236}">
                <ns2:creationId id="{E5D192DC-AA9D-4C29-BC7B-4E1F54DED4BD}"/>
              </a:ext>
            </a:extLst>
          </p:cNvPr>
          <p:cNvSpPr>
            <a:spLocks noGrp="1"/>
          </p:cNvSpPr>
          <p:nvPr/>
        </p:nvSpPr>
        <p:spPr>
          <a:xfrm>
            <a:off x="11525250" y="6143625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100" b="0">
                <a:solidFill>
                  <a:srgbClr val="FFB80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0" lang="en-US">
                <a:solidFill>
                  <a:srgbClr val="FFB800"/>
                </a:solidFill>
                <a:latin typeface="SF Pro Display"/>
                <a:ea typeface="SF Pro Display"/>
                <a:cs typeface="SF Pro Display"/>
              </a:rPr>
              <a:t>Session Cookie</a:t>
            </a:r>
          </a:p>
        </p:txBody>
      </p:sp>
    </p:spTree>
    <p:extLst>
      <p:ext uri="{BB962C8B-B14F-4D97-AF65-F5344CB8AC3E}">
        <ns3:creationId val="1790482806"/>
      </p:ext>
    </p:extLst>
  </p:cSld>
  <p:transition spd="fast" advClick="1" advTm="1500">
    <p:fade/>
  </p:transition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7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0" name="!!main-heading">
            <a:extLst>
              <a:ext uri="{FF2B5EF4-FFF2-40B4-BE49-F238E27FC236}">
                <ns2:creationId id="{D69A6562-C1D2-4AA7-B264-C6BE8D1ABBA2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36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grpSp>
        <p:nvGrpSpPr>
          <p:cNvPr id="31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E70DD607-A892-4572-8FFF-F6DDD5B5DA1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>
                <a:alpha val="35000"/>
              </a:srgbClr>
            </a:solidFill>
            <a:ln w="19050">
              <a:solidFill>
                <a:srgbClr val="00D9FF">
                  <a:alpha val="21000"/>
                </a:srgbClr>
              </a:solidFill>
              <a:prstDash val="solid"/>
            </a:ln>
            <a:effectLst>
              <a:glow rad="76200">
                <a:srgbClr val="00D9FF">
                  <a:alpha val="42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D2C451F4-660D-4314-A1AF-68C666E052D2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>
                      <a:alpha val="35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>
                      <a:alpha val="35000"/>
                    </a:srgbClr>
                  </a:solidFill>
                  <a:latin typeface="SF Pro Display"/>
                  <a:ea typeface="SF Pro Display"/>
                  <a:cs typeface="SF Pro Display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A4A7AFD3-70C6-48DF-B162-E3D9981F330C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>
                  <a:alpha val="35000"/>
                </a:srgbClr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857013EB-7433-4862-ACD3-7FF51835C3C4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>
                  <a:alpha val="35000"/>
                </a:srgbClr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5BBF2D01-ECA6-4A4C-91ED-68186F6DF884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>
                      <a:alpha val="35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>
                      <a:alpha val="35000"/>
                    </a:srgbClr>
                  </a:solidFill>
                  <a:latin typeface="SF Arabic"/>
                  <a:ea typeface="SF Arabic"/>
                  <a:cs typeface="SF Arabic"/>
                </a:rPr>
                <a:t>المستخدم</a:t>
              </a:r>
            </a:p>
          </p:txBody>
        </p:sp>
      </p:grpSp>
      <p:grpSp>
        <p:nvGrpSpPr>
          <p:cNvPr id="32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986D3E44-BBCE-4933-B17C-7809D4B5948D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AA01DEF9-3652-4DEA-9F31-E96E4806791F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BE00043A-C09A-46C2-A0C8-B86642821174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5559E61E-F2DF-41AD-A40C-15E12EA838F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B0F184E2-DC4B-4DCC-8136-AFB5F639ED2C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92F2CAB4-F62E-4C7C-B887-8BA4D1C31A43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6A74ECB1-3B10-438F-89A0-1B519D5A7305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981700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المتصفح</a:t>
              </a:r>
            </a:p>
          </p:txBody>
        </p:sp>
      </p:grpSp>
      <p:grpSp>
        <p:nvGrpSpPr>
          <p:cNvPr id="33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918E2333-CD30-44CE-822B-13C4D32AE34D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>
                <a:alpha val="35000"/>
              </a:srgbClr>
            </a:solidFill>
            <a:ln w="19050">
              <a:solidFill>
                <a:srgbClr val="00D9FF">
                  <a:alpha val="21000"/>
                </a:srgbClr>
              </a:solidFill>
              <a:prstDash val="solid"/>
            </a:ln>
            <a:effectLst>
              <a:glow rad="76200">
                <a:srgbClr val="00D9FF">
                  <a:alpha val="42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C12B51ED-5010-4EF6-9FBE-7A68354EE957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>
                      <a:alpha val="35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>
                      <a:alpha val="35000"/>
                    </a:srgbClr>
                  </a:solidFill>
                  <a:latin typeface="SF Pro Display"/>
                  <a:ea typeface="SF Pro Display"/>
                  <a:cs typeface="SF Pro Display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FFC14EC8-1476-4E4F-BFDD-E2B46EB80EDB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E67D2B3D-7C31-40B2-980E-F853CA8AAAC6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>
                <a:alpha val="35000"/>
              </a:srgbClr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DCF426A6-8ADE-4F41-8E87-FB21743B6FD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162BAE87-177E-48A9-A0B6-04BD72501025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D91905D4-D67D-47F9-A00F-8B92D357C86A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>
                <a:alpha val="35000"/>
              </a:srgbClr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8A7FE06D-41CC-413A-B41A-9927D5899A9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6921A022-EE7F-4FE6-B265-236AB97D7127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003B40FD-245E-4DE5-81B8-263F71F7F4A6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>
                <a:alpha val="35000"/>
              </a:srgbClr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A204670C-5798-4D15-B256-DDB8437E75E1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547C18E7-5B92-47AB-96FA-27CB481001B9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>
                      <a:alpha val="35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>
                      <a:alpha val="35000"/>
                    </a:srgbClr>
                  </a:solidFill>
                  <a:latin typeface="SF Arabic"/>
                  <a:ea typeface="SF Arabic"/>
                  <a:cs typeface="SF Arabic"/>
                </a:rPr>
                <a:t>السيرفر</a:t>
              </a:r>
            </a:p>
          </p:txBody>
        </p:sp>
      </p:grpSp>
      <p:grpSp>
        <p:nvGrpSpPr>
          <p:cNvPr id="34" name="!!session-tag"/>
          <p:cNvGrpSpPr/>
          <p:nvPr/>
        </p:nvGrpSpPr>
        <p:grpSpPr>
          <a:xfrm>
            <a:off x="8048625" y="4905375"/>
            <a:ext cx="2190750" cy="857250"/>
            <a:chOff x="8048625" y="4905375"/>
            <a:chExt cx="2190750" cy="857250"/>
          </a:xfrm>
        </p:grpSpPr>
        <p:sp>
          <p:nvSpPr>
            <p:cNvPr id="26" name="session-tag/26">
              <a:extLst>
                <a:ext uri="{FF2B5EF4-FFF2-40B4-BE49-F238E27FC236}">
                  <ns2:creationId id="{5027518D-7562-4F7D-B529-6DE8AF538BCE}"/>
                </a:ext>
              </a:extLst>
            </p:cNvPr>
            <p:cNvSpPr>
              <a:spLocks noGrp="1"/>
            </p:cNvSpPr>
            <p:nvPr/>
          </p:nvSpPr>
          <p:spPr>
            <a:xfrm>
              <a:off x="8048625" y="4905375"/>
              <a:ext cx="2190750" cy="857250"/>
            </a:xfrm>
            <a:prstGeom prst="roundRect">
              <a:avLst>
                <a:gd name="adj" fmla="val 20000"/>
              </a:avLst>
            </a:prstGeom>
            <a:solidFill>
              <a:srgbClr val="FFB800">
                <a:alpha val="15000"/>
              </a:srgbClr>
            </a:solidFill>
            <a:ln w="19050">
              <a:solidFill>
                <a:srgbClr val="FFB800"/>
              </a:solidFill>
              <a:prstDash val="solid"/>
            </a:ln>
          </p:spPr>
        </p:sp>
        <p:sp>
          <p:nvSpPr>
            <p:cNvPr id="27" name="session-tag/27">
              <a:extLst>
                <a:ext uri="{FF2B5EF4-FFF2-40B4-BE49-F238E27FC236}">
                  <ns2:creationId id="{F2E02541-770D-48D3-B94D-8A50DAF2EE78}"/>
                </a:ext>
              </a:extLst>
            </p:cNvPr>
            <p:cNvSpPr>
              <a:spLocks noGrp="1"/>
            </p:cNvSpPr>
            <p:nvPr/>
          </p:nvSpPr>
          <p:spPr>
            <a:xfrm>
              <a:off x="8143875" y="5076825"/>
              <a:ext cx="2000250" cy="504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950" b="0">
                  <a:solidFill>
                    <a:srgbClr val="FFB800"/>
                  </a:solidFill>
                  <a:latin typeface="SF Mono"/>
                  <a:ea typeface="SF Mono"/>
                  <a:cs typeface="SF Mono"/>
                </a:defRPr>
              </a:pPr>
              <a:r>
                <a:rPr sz="1950" b="0" lang="en-US">
                  <a:solidFill>
                    <a:srgbClr val="FFB800"/>
                  </a:solidFill>
                  <a:latin typeface="SF Mono"/>
                  <a:ea typeface="SF Mono"/>
                  <a:cs typeface="SF Mono"/>
                </a:rPr>
                <a:t>session_id</a:t>
              </a:r>
            </a:p>
          </p:txBody>
        </p:sp>
      </p:grpSp>
      <p:grpSp>
        <p:nvGrpSpPr>
          <p:cNvPr id="35" name="!!saved-badge"/>
          <p:cNvGrpSpPr/>
          <p:nvPr/>
        </p:nvGrpSpPr>
        <p:grpSpPr>
          <a:xfrm>
            <a:off x="8001000" y="6858000"/>
            <a:ext cx="2286000" cy="523875"/>
            <a:chOff x="8001000" y="6858000"/>
            <a:chExt cx="2286000" cy="523875"/>
          </a:xfrm>
        </p:grpSpPr>
        <p:sp>
          <p:nvSpPr>
            <p:cNvPr id="28" name="saved-badge/28">
              <a:extLst>
                <a:ext uri="{FF2B5EF4-FFF2-40B4-BE49-F238E27FC236}">
                  <ns2:creationId id="{5E09A542-8F69-4314-9FDC-DE4FB0D9EC9D}"/>
                </a:ext>
              </a:extLst>
            </p:cNvPr>
            <p:cNvSpPr>
              <a:spLocks noGrp="1"/>
            </p:cNvSpPr>
            <p:nvPr/>
          </p:nvSpPr>
          <p:spPr>
            <a:xfrm>
              <a:off x="8001000" y="6858000"/>
              <a:ext cx="2286000" cy="523875"/>
            </a:xfrm>
            <a:prstGeom prst="roundRect">
              <a:avLst>
                <a:gd name="adj" fmla="val 27273"/>
              </a:avLst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9" name="saved-badge/29">
              <a:extLst>
                <a:ext uri="{FF2B5EF4-FFF2-40B4-BE49-F238E27FC236}">
                  <ns2:creationId id="{5F580044-4D7D-42C5-A5A9-306C3110B184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6896100"/>
              <a:ext cx="21526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00" b="1">
                  <a:solidFill>
                    <a:srgbClr val="0A0E27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1800" b="1" lang="en-US">
                  <a:solidFill>
                    <a:srgbClr val="0A0E27"/>
                  </a:solidFill>
                  <a:latin typeface="SF Pro Display"/>
                  <a:ea typeface="SF Pro Display"/>
                  <a:cs typeface="SF Pro Display"/>
                </a:rPr>
                <a:t>Cookie Saved</a:t>
              </a:r>
            </a:p>
          </p:txBody>
        </p:sp>
      </p:grpSp>
    </p:spTree>
    <p:extLst>
      <p:ext uri="{BB962C8B-B14F-4D97-AF65-F5344CB8AC3E}">
        <ns3:creationId val="1004822257"/>
      </p:ext>
    </p:extLst>
  </p:cSld>
  <p:transition spd="fast" advClick="1" advTm="2000">
    <p:fade/>
  </p:transition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8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41" name="!!main-heading">
            <a:extLst>
              <a:ext uri="{FF2B5EF4-FFF2-40B4-BE49-F238E27FC236}">
                <ns2:creationId id="{CC6522BF-4C4B-4669-8B3C-0A91EFE7FA35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36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grpSp>
        <p:nvGrpSpPr>
          <p:cNvPr id="42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57C15EAA-65A2-4374-83F0-628CA8A2740B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1105D9EA-DEA3-478A-82DE-09325EBBD067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6FDFFCCC-EAB5-42EC-8629-A717D63FF462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54511095-91CC-4EFE-BDFA-7ECC9E0600A3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6842048E-5E28-4346-97EA-C6899E45033C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المستخدم</a:t>
              </a:r>
            </a:p>
          </p:txBody>
        </p:sp>
      </p:grpSp>
      <p:grpSp>
        <p:nvGrpSpPr>
          <p:cNvPr id="43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E5FC563C-57EF-45C5-B6EF-A2077DE86BDC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30210AF6-EF5E-417C-844D-2FC9D44F5752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F4D924FD-C69F-4657-AF21-4F8B18F19EC4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60E6317B-45AB-474B-BD83-B5D5532B72C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FE20BA73-1E8F-41C2-AF8A-BE78EEBE4706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3AE2E248-116A-4057-AFE5-A3DA589D0F68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7EEA3558-524A-4561-9C20-4674489B92CB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981700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المتصفح</a:t>
              </a:r>
            </a:p>
          </p:txBody>
        </p:sp>
      </p:grpSp>
      <p:grpSp>
        <p:nvGrpSpPr>
          <p:cNvPr id="44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F46C8948-5B87-421C-B3D8-DB78942023D8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965F1AD1-1E04-4720-A882-D5A74454D8C7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8D3602F3-DD3B-41B6-A494-47A888D4DA9E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EC26117C-5D7C-4865-A1C4-A6F2BBEF7CA3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BF1B6E6A-5441-40F0-9A86-FA2A03BB963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3BDD96D4-28F2-4568-A428-C19664E6D9B0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A08A7053-2E84-4ED9-860F-71CF6B9BFF47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AED5BF6A-8936-4877-9F41-30C5C144DFC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F7B4AECF-622E-44AB-BEF8-27232B88A7B2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3669216C-3B66-45C8-AAA6-DF4F47606D37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42AEB994-6C30-4E3C-B6D1-E47ED9C5828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DC23B040-7990-4663-9446-CCCF34D67B60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السيرفر</a:t>
              </a:r>
            </a:p>
          </p:txBody>
        </p:sp>
      </p:grpSp>
      <p:grpSp>
        <p:nvGrpSpPr>
          <p:cNvPr id="45" name="!!session-tag"/>
          <p:cNvGrpSpPr/>
          <p:nvPr/>
        </p:nvGrpSpPr>
        <p:grpSpPr>
          <a:xfrm>
            <a:off x="8048625" y="4905375"/>
            <a:ext cx="2190750" cy="857250"/>
            <a:chOff x="8048625" y="4905375"/>
            <a:chExt cx="2190750" cy="857250"/>
          </a:xfrm>
        </p:grpSpPr>
        <p:sp>
          <p:nvSpPr>
            <p:cNvPr id="26" name="session-tag/26">
              <a:extLst>
                <a:ext uri="{FF2B5EF4-FFF2-40B4-BE49-F238E27FC236}">
                  <ns2:creationId id="{5ED6976F-7835-4344-BEDC-68F30F00A62D}"/>
                </a:ext>
              </a:extLst>
            </p:cNvPr>
            <p:cNvSpPr>
              <a:spLocks noGrp="1"/>
            </p:cNvSpPr>
            <p:nvPr/>
          </p:nvSpPr>
          <p:spPr>
            <a:xfrm>
              <a:off x="8048625" y="4905375"/>
              <a:ext cx="2190750" cy="857250"/>
            </a:xfrm>
            <a:prstGeom prst="roundRect">
              <a:avLst>
                <a:gd name="adj" fmla="val 20000"/>
              </a:avLst>
            </a:prstGeom>
            <a:solidFill>
              <a:srgbClr val="FFB800">
                <a:alpha val="15000"/>
              </a:srgbClr>
            </a:solidFill>
            <a:ln w="19050">
              <a:solidFill>
                <a:srgbClr val="FFB800"/>
              </a:solidFill>
              <a:prstDash val="solid"/>
            </a:ln>
          </p:spPr>
        </p:sp>
        <p:sp>
          <p:nvSpPr>
            <p:cNvPr id="27" name="session-tag/27">
              <a:extLst>
                <a:ext uri="{FF2B5EF4-FFF2-40B4-BE49-F238E27FC236}">
                  <ns2:creationId id="{E0A023E5-54D0-46A9-ADA8-533A99E4BC34}"/>
                </a:ext>
              </a:extLst>
            </p:cNvPr>
            <p:cNvSpPr>
              <a:spLocks noGrp="1"/>
            </p:cNvSpPr>
            <p:nvPr/>
          </p:nvSpPr>
          <p:spPr>
            <a:xfrm>
              <a:off x="8143875" y="5076825"/>
              <a:ext cx="2000250" cy="504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950" b="0">
                  <a:solidFill>
                    <a:srgbClr val="FFB800"/>
                  </a:solidFill>
                  <a:latin typeface="SF Mono"/>
                  <a:ea typeface="SF Mono"/>
                  <a:cs typeface="SF Mono"/>
                </a:defRPr>
              </a:pPr>
              <a:r>
                <a:rPr sz="1950" b="0" lang="en-US">
                  <a:solidFill>
                    <a:srgbClr val="FFB800"/>
                  </a:solidFill>
                  <a:latin typeface="SF Mono"/>
                  <a:ea typeface="SF Mono"/>
                  <a:cs typeface="SF Mono"/>
                </a:rPr>
                <a:t>session_id</a:t>
              </a:r>
            </a:p>
          </p:txBody>
        </p:sp>
      </p:grpSp>
      <p:grpSp>
        <p:nvGrpSpPr>
          <p:cNvPr id="46" name="!!saved-badge"/>
          <p:cNvGrpSpPr/>
          <p:nvPr/>
        </p:nvGrpSpPr>
        <p:grpSpPr>
          <a:xfrm>
            <a:off x="8001000" y="6858000"/>
            <a:ext cx="2286000" cy="523875"/>
            <a:chOff x="8001000" y="6858000"/>
            <a:chExt cx="2286000" cy="523875"/>
          </a:xfrm>
        </p:grpSpPr>
        <p:sp>
          <p:nvSpPr>
            <p:cNvPr id="28" name="saved-badge/28">
              <a:extLst>
                <a:ext uri="{FF2B5EF4-FFF2-40B4-BE49-F238E27FC236}">
                  <ns2:creationId id="{06057E12-3958-4FF7-871D-C0BE576CF6A3}"/>
                </a:ext>
              </a:extLst>
            </p:cNvPr>
            <p:cNvSpPr>
              <a:spLocks noGrp="1"/>
            </p:cNvSpPr>
            <p:nvPr/>
          </p:nvSpPr>
          <p:spPr>
            <a:xfrm>
              <a:off x="8001000" y="6858000"/>
              <a:ext cx="2286000" cy="523875"/>
            </a:xfrm>
            <a:prstGeom prst="roundRect">
              <a:avLst>
                <a:gd name="adj" fmla="val 27273"/>
              </a:avLst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9" name="saved-badge/29">
              <a:extLst>
                <a:ext uri="{FF2B5EF4-FFF2-40B4-BE49-F238E27FC236}">
                  <ns2:creationId id="{045BC850-D788-4464-A2A6-81F206DD1B7A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6896100"/>
              <a:ext cx="21526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00" b="1">
                  <a:solidFill>
                    <a:srgbClr val="0A0E27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1800" b="1" lang="en-US">
                  <a:solidFill>
                    <a:srgbClr val="0A0E27"/>
                  </a:solidFill>
                  <a:latin typeface="SF Pro Display"/>
                  <a:ea typeface="SF Pro Display"/>
                  <a:cs typeface="SF Pro Display"/>
                </a:rPr>
                <a:t>Cookie Saved</a:t>
              </a:r>
            </a:p>
          </p:txBody>
        </p:sp>
      </p:grpSp>
      <p:grpSp>
        <p:nvGrpSpPr>
          <p:cNvPr id="47" name="!!cookie-request"/>
          <p:cNvGrpSpPr/>
          <p:nvPr/>
        </p:nvGrpSpPr>
        <p:grpSpPr>
          <a:xfrm>
            <a:off x="10715625" y="5334000"/>
            <a:ext cx="3476625" cy="952500"/>
            <a:chOff x="10715625" y="5334000"/>
            <a:chExt cx="3476625" cy="952500"/>
          </a:xfrm>
        </p:grpSpPr>
        <p:sp>
          <p:nvSpPr>
            <p:cNvPr id="30" name="cookie-request/30">
              <a:extLst>
                <a:ext uri="{FF2B5EF4-FFF2-40B4-BE49-F238E27FC236}">
                  <ns2:creationId id="{C40FB417-CD25-43C5-8C83-B33413AE6A2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429250"/>
              <a:ext cx="3286125" cy="0"/>
            </a:xfrm>
            <a:prstGeom prst="line">
              <a:avLst/>
            </a:pr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1" name="cookie-request/31">
              <a:extLst>
                <a:ext uri="{FF2B5EF4-FFF2-40B4-BE49-F238E27FC236}">
                  <ns2:creationId id="{F0AB500F-E878-419C-B7C2-2A2031D5CA3B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53340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2" name="cookie-request/32">
              <a:extLst>
                <a:ext uri="{FF2B5EF4-FFF2-40B4-BE49-F238E27FC236}">
                  <ns2:creationId id="{14B4735B-B018-4340-9D5A-0C0A488736E1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429250"/>
              <a:ext cx="3286125" cy="0"/>
            </a:xfrm>
            <a:prstGeom prst="line">
              <a:avLst/>
            </a:prstGeom>
            <a:noFill/>
            <a:ln w="57150">
              <a:solidFill>
                <a:srgbClr val="FFB800"/>
              </a:solidFill>
              <a:prstDash val="solid"/>
            </a:ln>
          </p:spPr>
        </p:sp>
        <p:sp>
          <p:nvSpPr>
            <p:cNvPr id="40" name="cookie-request/40">
              <a:extLst>
                <a:ext uri="{FF2B5EF4-FFF2-40B4-BE49-F238E27FC236}">
                  <ns2:creationId id="{ACEF6EA9-5EF9-47A7-A9A8-E3D607BE9F69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0" y="5810250"/>
              <a:ext cx="3143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75" b="0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1875" b="0" lang="en-US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rPr>
                <a:t>Request + Cookie</a:t>
              </a:r>
            </a:p>
          </p:txBody>
        </p:sp>
      </p:grpSp>
      <p:grpSp>
        <p:nvGrpSpPr>
          <p:cNvPr id="48" name="!!moving-cookie"/>
          <p:cNvGrpSpPr/>
          <p:nvPr/>
        </p:nvGrpSpPr>
        <p:grpSpPr>
          <a:xfrm>
            <a:off x="10734675" y="5133975"/>
            <a:ext cx="590550" cy="590550"/>
            <a:chOff x="10734675" y="5133975"/>
            <a:chExt cx="590550" cy="590550"/>
          </a:xfrm>
        </p:grpSpPr>
        <p:sp>
          <p:nvSpPr>
            <p:cNvPr id="33" name="moving-cookie/33">
              <a:extLst>
                <a:ext uri="{FF2B5EF4-FFF2-40B4-BE49-F238E27FC236}">
                  <ns2:creationId id="{51992CAB-237A-4945-A010-D6F0BD62F380}"/>
                </a:ext>
              </a:extLst>
            </p:cNvPr>
            <p:cNvSpPr>
              <a:spLocks noGrp="1"/>
            </p:cNvSpPr>
            <p:nvPr/>
          </p:nvSpPr>
          <p:spPr>
            <a:xfrm>
              <a:off x="10734675" y="5133975"/>
              <a:ext cx="590550" cy="59055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34" name="moving-cookie/34">
              <a:extLst>
                <a:ext uri="{FF2B5EF4-FFF2-40B4-BE49-F238E27FC236}">
                  <ns2:creationId id="{68AE4B2C-F778-4776-AB41-E6AC64E92EE2}"/>
                </a:ext>
              </a:extLst>
            </p:cNvPr>
            <p:cNvSpPr>
              <a:spLocks noGrp="1"/>
            </p:cNvSpPr>
            <p:nvPr/>
          </p:nvSpPr>
          <p:spPr>
            <a:xfrm>
              <a:off x="10911840" y="5275707"/>
              <a:ext cx="67913" cy="67913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5" name="moving-cookie/35">
              <a:extLst>
                <a:ext uri="{FF2B5EF4-FFF2-40B4-BE49-F238E27FC236}">
                  <ns2:creationId id="{6B1E3354-F28F-4349-87BB-01FE3A016C86}"/>
                </a:ext>
              </a:extLst>
            </p:cNvPr>
            <p:cNvSpPr>
              <a:spLocks noGrp="1"/>
            </p:cNvSpPr>
            <p:nvPr/>
          </p:nvSpPr>
          <p:spPr>
            <a:xfrm>
              <a:off x="11094911" y="5252085"/>
              <a:ext cx="47244" cy="4724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6" name="moving-cookie/36">
              <a:extLst>
                <a:ext uri="{FF2B5EF4-FFF2-40B4-BE49-F238E27FC236}">
                  <ns2:creationId id="{4F4DC8EE-9D10-4ECC-848D-859B83E0F15E}"/>
                </a:ext>
              </a:extLst>
            </p:cNvPr>
            <p:cNvSpPr>
              <a:spLocks noGrp="1"/>
            </p:cNvSpPr>
            <p:nvPr/>
          </p:nvSpPr>
          <p:spPr>
            <a:xfrm>
              <a:off x="11148060" y="5411534"/>
              <a:ext cx="76772" cy="76772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7" name="moving-cookie/37">
              <a:extLst>
                <a:ext uri="{FF2B5EF4-FFF2-40B4-BE49-F238E27FC236}">
                  <ns2:creationId id="{DCD5413D-B7FE-46E4-BF6A-E9AA5611A501}"/>
                </a:ext>
              </a:extLst>
            </p:cNvPr>
            <p:cNvSpPr>
              <a:spLocks noGrp="1"/>
            </p:cNvSpPr>
            <p:nvPr/>
          </p:nvSpPr>
          <p:spPr>
            <a:xfrm>
              <a:off x="10953179" y="5470589"/>
              <a:ext cx="70866" cy="70866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8" name="moving-cookie/38">
              <a:extLst>
                <a:ext uri="{FF2B5EF4-FFF2-40B4-BE49-F238E27FC236}">
                  <ns2:creationId id="{AAF32D3E-A23E-4710-B446-BAB0FFC4A783}"/>
                </a:ext>
              </a:extLst>
            </p:cNvPr>
            <p:cNvSpPr>
              <a:spLocks noGrp="1"/>
            </p:cNvSpPr>
            <p:nvPr/>
          </p:nvSpPr>
          <p:spPr>
            <a:xfrm>
              <a:off x="11059478" y="5594604"/>
              <a:ext cx="47244" cy="4724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9" name="moving-cookie/39">
              <a:extLst>
                <a:ext uri="{FF2B5EF4-FFF2-40B4-BE49-F238E27FC236}">
                  <ns2:creationId id="{50ECB6B0-A334-4357-BE99-ACC9A3F3CE22}"/>
                </a:ext>
              </a:extLst>
            </p:cNvPr>
            <p:cNvSpPr>
              <a:spLocks noGrp="1"/>
            </p:cNvSpPr>
            <p:nvPr/>
          </p:nvSpPr>
          <p:spPr>
            <a:xfrm>
              <a:off x="10846880" y="5570982"/>
              <a:ext cx="38386" cy="38386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</p:spTree>
    <p:extLst>
      <p:ext uri="{BB962C8B-B14F-4D97-AF65-F5344CB8AC3E}">
        <ns3:creationId val="134385842"/>
      </p:ext>
    </p:extLst>
  </p:cSld>
  <p:transition spd="fast" advClick="1" advTm="1700">
    <p:fade/>
  </p:transition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9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4" name="!!main-heading">
            <a:extLst>
              <a:ext uri="{FF2B5EF4-FFF2-40B4-BE49-F238E27FC236}">
                <ns2:creationId id="{1AFCA13D-0CCD-4AA9-B7E4-43A4DB23F30F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36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grpSp>
        <p:nvGrpSpPr>
          <p:cNvPr id="35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1B4AA4F1-514E-4E9C-A89D-9EA6A32FB075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AA187DB9-0E2C-4225-85A7-6BAEEEC5B25B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B56F87C5-F61F-4D15-B5C1-26ECE7A5E81A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C95896AC-8153-4C4A-BDC8-755EBE7F9A3A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148769FA-AC59-4AA9-B7DE-67B68D65F639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المستخدم</a:t>
              </a:r>
            </a:p>
          </p:txBody>
        </p:sp>
      </p:grpSp>
      <p:grpSp>
        <p:nvGrpSpPr>
          <p:cNvPr id="36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916A90E5-ABB1-417A-84F4-0BC2E0F00255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CF1C2725-2096-43B8-99D3-968D42BFBBA4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860D6B6A-CE78-438D-A25D-7BED6AD9DC58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C06A9EF4-BBEC-439E-80F2-8C8EC8AEAE3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A486C397-8C28-4A95-BC4D-58E9A333F652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787ED7F2-0942-413D-BFD8-0C9FB68D1F40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DE74F678-C58C-4BEA-AED4-074231B8ABA9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981700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SF Arabic"/>
                  <a:ea typeface="SF Arabic"/>
                  <a:cs typeface="SF Arabic"/>
                </a:rPr>
                <a:t>المتصفح</a:t>
              </a:r>
            </a:p>
          </p:txBody>
        </p:sp>
      </p:grpSp>
      <p:grpSp>
        <p:nvGrpSpPr>
          <p:cNvPr id="37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E8518C93-85CE-4A9A-A065-4F097EB1AE17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BE114E46-99B7-43B4-A90A-36B35E82E9A3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150" b="1" lang="en-US">
                  <a:solidFill>
                    <a:srgbClr val="F5F7FA"/>
                  </a:solidFill>
                  <a:latin typeface="SF Pro Display"/>
                  <a:ea typeface="SF Pro Display"/>
                  <a:cs typeface="SF Pro Display"/>
                </a:rPr>
                <a:t>Server</a:t>
              </a:r>
            </a:p>
          </p:txBody>
        </p:sp>
        <p:sp>
          <p:nvSpPr>
            <p:cNvPr id="18" name="server/18">
              <a:extLst>
                <a:ext uri="{FF2B5EF4-FFF2-40B4-BE49-F238E27FC236}">
                  <ns2:creationId id="{053B04E6-57D7-483D-8C14-CCBAB0B3A9E5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721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00" b="0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100" b="0" lang="en-US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rPr>
                <a:t>User Recognized</a:t>
              </a:r>
            </a:p>
          </p:txBody>
        </p:sp>
      </p:grpSp>
      <p:grpSp>
        <p:nvGrpSpPr>
          <p:cNvPr id="38" name="!!server-check"/>
          <p:cNvGrpSpPr/>
          <p:nvPr/>
        </p:nvGrpSpPr>
        <p:grpSpPr>
          <a:xfrm>
            <a:off x="15049500" y="4333875"/>
            <a:ext cx="1047750" cy="1047750"/>
            <a:chOff x="15049500" y="4333875"/>
            <a:chExt cx="1047750" cy="1047750"/>
          </a:xfrm>
        </p:grpSpPr>
        <p:sp>
          <p:nvSpPr>
            <p:cNvPr id="16" name="server-check/16">
              <a:extLst>
                <a:ext uri="{FF2B5EF4-FFF2-40B4-BE49-F238E27FC236}">
                  <ns2:creationId id="{17F8B2EE-79DD-42CC-AFA1-DF3415564658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0" y="4333875"/>
              <a:ext cx="1047750" cy="1047750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7" name="server-check/17">
              <a:extLst>
                <a:ext uri="{FF2B5EF4-FFF2-40B4-BE49-F238E27FC236}">
                  <ns2:creationId id="{87F6282B-2314-40A9-9831-F6957281563F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0" y="4333875"/>
              <a:ext cx="1047750" cy="1047750"/>
            </a:xfrm>
            <a:custGeom>
              <a:pathLst>
                <a:path w="952500" h="952500">
                  <a:moveTo>
                    <a:pt x="238125" y="485775"/>
                  </a:moveTo>
                  <a:lnTo>
                    <a:pt x="409575" y="666750"/>
                  </a:lnTo>
                  <a:lnTo>
                    <a:pt x="733425" y="295275"/>
                  </a:lnTo>
                </a:path>
              </a:pathLst>
            </a:custGeom>
            <a:noFill/>
            <a:ln w="66675">
              <a:solidFill>
                <a:srgbClr val="F5F7FA"/>
              </a:solidFill>
              <a:prstDash val="solid"/>
            </a:ln>
          </p:spPr>
        </p:sp>
      </p:grpSp>
      <p:grpSp>
        <p:nvGrpSpPr>
          <p:cNvPr id="39" name="!!session-tag"/>
          <p:cNvGrpSpPr/>
          <p:nvPr/>
        </p:nvGrpSpPr>
        <p:grpSpPr>
          <a:xfrm>
            <a:off x="8048625" y="4905375"/>
            <a:ext cx="2190750" cy="857250"/>
            <a:chOff x="8048625" y="4905375"/>
            <a:chExt cx="2190750" cy="857250"/>
          </a:xfrm>
        </p:grpSpPr>
        <p:sp>
          <p:nvSpPr>
            <p:cNvPr id="19" name="session-tag/19">
              <a:extLst>
                <a:ext uri="{FF2B5EF4-FFF2-40B4-BE49-F238E27FC236}">
                  <ns2:creationId id="{9096667D-740F-4C5F-A3D7-B38F7F300510}"/>
                </a:ext>
              </a:extLst>
            </p:cNvPr>
            <p:cNvSpPr>
              <a:spLocks noGrp="1"/>
            </p:cNvSpPr>
            <p:nvPr/>
          </p:nvSpPr>
          <p:spPr>
            <a:xfrm>
              <a:off x="8048625" y="4905375"/>
              <a:ext cx="2190750" cy="857250"/>
            </a:xfrm>
            <a:prstGeom prst="roundRect">
              <a:avLst>
                <a:gd name="adj" fmla="val 20000"/>
              </a:avLst>
            </a:prstGeom>
            <a:solidFill>
              <a:srgbClr val="FFB800">
                <a:alpha val="15000"/>
              </a:srgbClr>
            </a:solidFill>
            <a:ln w="19050">
              <a:solidFill>
                <a:srgbClr val="FFB800"/>
              </a:solidFill>
              <a:prstDash val="solid"/>
            </a:ln>
          </p:spPr>
        </p:sp>
        <p:sp>
          <p:nvSpPr>
            <p:cNvPr id="20" name="session-tag/20">
              <a:extLst>
                <a:ext uri="{FF2B5EF4-FFF2-40B4-BE49-F238E27FC236}">
                  <ns2:creationId id="{80CA24E7-7EE3-471C-B2CC-8CC22D8DC7C3}"/>
                </a:ext>
              </a:extLst>
            </p:cNvPr>
            <p:cNvSpPr>
              <a:spLocks noGrp="1"/>
            </p:cNvSpPr>
            <p:nvPr/>
          </p:nvSpPr>
          <p:spPr>
            <a:xfrm>
              <a:off x="8143875" y="5076825"/>
              <a:ext cx="2000250" cy="504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950" b="0">
                  <a:solidFill>
                    <a:srgbClr val="FFB800"/>
                  </a:solidFill>
                  <a:latin typeface="SF Mono"/>
                  <a:ea typeface="SF Mono"/>
                  <a:cs typeface="SF Mono"/>
                </a:defRPr>
              </a:pPr>
              <a:r>
                <a:rPr sz="1950" b="0" lang="en-US">
                  <a:solidFill>
                    <a:srgbClr val="FFB800"/>
                  </a:solidFill>
                  <a:latin typeface="SF Mono"/>
                  <a:ea typeface="SF Mono"/>
                  <a:cs typeface="SF Mono"/>
                </a:rPr>
                <a:t>session_id</a:t>
              </a:r>
            </a:p>
          </p:txBody>
        </p:sp>
      </p:grpSp>
      <p:grpSp>
        <p:nvGrpSpPr>
          <p:cNvPr id="40" name="!!saved-badge"/>
          <p:cNvGrpSpPr/>
          <p:nvPr/>
        </p:nvGrpSpPr>
        <p:grpSpPr>
          <a:xfrm>
            <a:off x="8001000" y="6858000"/>
            <a:ext cx="2286000" cy="523875"/>
            <a:chOff x="8001000" y="6858000"/>
            <a:chExt cx="2286000" cy="523875"/>
          </a:xfrm>
        </p:grpSpPr>
        <p:sp>
          <p:nvSpPr>
            <p:cNvPr id="21" name="saved-badge/21">
              <a:extLst>
                <a:ext uri="{FF2B5EF4-FFF2-40B4-BE49-F238E27FC236}">
                  <ns2:creationId id="{66CA7807-800A-40F4-8E08-11F3F97B6714}"/>
                </a:ext>
              </a:extLst>
            </p:cNvPr>
            <p:cNvSpPr>
              <a:spLocks noGrp="1"/>
            </p:cNvSpPr>
            <p:nvPr/>
          </p:nvSpPr>
          <p:spPr>
            <a:xfrm>
              <a:off x="8001000" y="6858000"/>
              <a:ext cx="2286000" cy="523875"/>
            </a:xfrm>
            <a:prstGeom prst="roundRect">
              <a:avLst>
                <a:gd name="adj" fmla="val 27273"/>
              </a:avLst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2" name="saved-badge/22">
              <a:extLst>
                <a:ext uri="{FF2B5EF4-FFF2-40B4-BE49-F238E27FC236}">
                  <ns2:creationId id="{3BFE3F8F-819A-4C52-A998-B2FBA48EC8A1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6896100"/>
              <a:ext cx="21526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00" b="1">
                  <a:solidFill>
                    <a:srgbClr val="0A0E27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1800" b="1" lang="en-US">
                  <a:solidFill>
                    <a:srgbClr val="0A0E27"/>
                  </a:solidFill>
                  <a:latin typeface="SF Pro Display"/>
                  <a:ea typeface="SF Pro Display"/>
                  <a:cs typeface="SF Pro Display"/>
                </a:rPr>
                <a:t>Cookie Saved</a:t>
              </a:r>
            </a:p>
          </p:txBody>
        </p:sp>
      </p:grpSp>
      <p:grpSp>
        <p:nvGrpSpPr>
          <p:cNvPr id="41" name="!!cookie-request"/>
          <p:cNvGrpSpPr/>
          <p:nvPr/>
        </p:nvGrpSpPr>
        <p:grpSpPr>
          <a:xfrm>
            <a:off x="10715625" y="5334000"/>
            <a:ext cx="3476625" cy="952500"/>
            <a:chOff x="10715625" y="5334000"/>
            <a:chExt cx="3476625" cy="952500"/>
          </a:xfrm>
        </p:grpSpPr>
        <p:sp>
          <p:nvSpPr>
            <p:cNvPr id="23" name="cookie-request/23">
              <a:extLst>
                <a:ext uri="{FF2B5EF4-FFF2-40B4-BE49-F238E27FC236}">
                  <ns2:creationId id="{581100A3-261E-41E4-9A81-29B8A84566C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429250"/>
              <a:ext cx="3286125" cy="0"/>
            </a:xfrm>
            <a:prstGeom prst="line">
              <a:avLst/>
            </a:pr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24" name="cookie-request/24">
              <a:extLst>
                <a:ext uri="{FF2B5EF4-FFF2-40B4-BE49-F238E27FC236}">
                  <ns2:creationId id="{611BCFD2-6DA8-4267-BA42-F4C7DC554098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53340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25" name="cookie-request/25">
              <a:extLst>
                <a:ext uri="{FF2B5EF4-FFF2-40B4-BE49-F238E27FC236}">
                  <ns2:creationId id="{398F4F4E-9514-49CC-A3AA-C271682E2C7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429250"/>
              <a:ext cx="3286125" cy="0"/>
            </a:xfrm>
            <a:prstGeom prst="line">
              <a:avLst/>
            </a:prstGeom>
            <a:noFill/>
            <a:ln w="57150">
              <a:solidFill>
                <a:srgbClr val="FFB800"/>
              </a:solidFill>
              <a:prstDash val="solid"/>
            </a:ln>
          </p:spPr>
        </p:sp>
        <p:sp>
          <p:nvSpPr>
            <p:cNvPr id="33" name="cookie-request/33">
              <a:extLst>
                <a:ext uri="{FF2B5EF4-FFF2-40B4-BE49-F238E27FC236}">
                  <ns2:creationId id="{9D6AC3F6-1113-4C5B-9577-13428B96D69D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0" y="5810250"/>
              <a:ext cx="3143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75" b="0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1875" b="0" lang="en-US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rPr>
                <a:t>Request + Cookie</a:t>
              </a:r>
            </a:p>
          </p:txBody>
        </p:sp>
      </p:grpSp>
      <p:grpSp>
        <p:nvGrpSpPr>
          <p:cNvPr id="42" name="!!moving-cookie"/>
          <p:cNvGrpSpPr/>
          <p:nvPr/>
        </p:nvGrpSpPr>
        <p:grpSpPr>
          <a:xfrm>
            <a:off x="13325475" y="5133975"/>
            <a:ext cx="590550" cy="590550"/>
            <a:chOff x="13325475" y="5133975"/>
            <a:chExt cx="590550" cy="590550"/>
          </a:xfrm>
        </p:grpSpPr>
        <p:sp>
          <p:nvSpPr>
            <p:cNvPr id="26" name="moving-cookie/26">
              <a:extLst>
                <a:ext uri="{FF2B5EF4-FFF2-40B4-BE49-F238E27FC236}">
                  <ns2:creationId id="{B0D45892-A0D5-41D2-9846-5730B9D9E0D9}"/>
                </a:ext>
              </a:extLst>
            </p:cNvPr>
            <p:cNvSpPr>
              <a:spLocks noGrp="1"/>
            </p:cNvSpPr>
            <p:nvPr/>
          </p:nvSpPr>
          <p:spPr>
            <a:xfrm>
              <a:off x="13325475" y="5133975"/>
              <a:ext cx="590550" cy="59055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27" name="moving-cookie/27">
              <a:extLst>
                <a:ext uri="{FF2B5EF4-FFF2-40B4-BE49-F238E27FC236}">
                  <ns2:creationId id="{59D736A7-F849-4C9F-88EE-0522A27C49D4}"/>
                </a:ext>
              </a:extLst>
            </p:cNvPr>
            <p:cNvSpPr>
              <a:spLocks noGrp="1"/>
            </p:cNvSpPr>
            <p:nvPr/>
          </p:nvSpPr>
          <p:spPr>
            <a:xfrm>
              <a:off x="13502640" y="5275707"/>
              <a:ext cx="67913" cy="67913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28" name="moving-cookie/28">
              <a:extLst>
                <a:ext uri="{FF2B5EF4-FFF2-40B4-BE49-F238E27FC236}">
                  <ns2:creationId id="{24715301-8141-4D71-919F-50E8A516CCB1}"/>
                </a:ext>
              </a:extLst>
            </p:cNvPr>
            <p:cNvSpPr>
              <a:spLocks noGrp="1"/>
            </p:cNvSpPr>
            <p:nvPr/>
          </p:nvSpPr>
          <p:spPr>
            <a:xfrm>
              <a:off x="13685711" y="5252085"/>
              <a:ext cx="47244" cy="4724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29" name="moving-cookie/29">
              <a:extLst>
                <a:ext uri="{FF2B5EF4-FFF2-40B4-BE49-F238E27FC236}">
                  <ns2:creationId id="{E4A7DD07-B868-4164-91BC-C5DD4CA74077}"/>
                </a:ext>
              </a:extLst>
            </p:cNvPr>
            <p:cNvSpPr>
              <a:spLocks noGrp="1"/>
            </p:cNvSpPr>
            <p:nvPr/>
          </p:nvSpPr>
          <p:spPr>
            <a:xfrm>
              <a:off x="13738860" y="5411534"/>
              <a:ext cx="76772" cy="76772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0" name="moving-cookie/30">
              <a:extLst>
                <a:ext uri="{FF2B5EF4-FFF2-40B4-BE49-F238E27FC236}">
                  <ns2:creationId id="{98911244-E7FB-4E35-A090-67D7C99419F4}"/>
                </a:ext>
              </a:extLst>
            </p:cNvPr>
            <p:cNvSpPr>
              <a:spLocks noGrp="1"/>
            </p:cNvSpPr>
            <p:nvPr/>
          </p:nvSpPr>
          <p:spPr>
            <a:xfrm>
              <a:off x="13543979" y="5470589"/>
              <a:ext cx="70866" cy="70866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1" name="moving-cookie/31">
              <a:extLst>
                <a:ext uri="{FF2B5EF4-FFF2-40B4-BE49-F238E27FC236}">
                  <ns2:creationId id="{C472DCC4-D067-4F8D-84E4-A984319E1128}"/>
                </a:ext>
              </a:extLst>
            </p:cNvPr>
            <p:cNvSpPr>
              <a:spLocks noGrp="1"/>
            </p:cNvSpPr>
            <p:nvPr/>
          </p:nvSpPr>
          <p:spPr>
            <a:xfrm>
              <a:off x="13650278" y="5594604"/>
              <a:ext cx="47244" cy="4724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2" name="moving-cookie/32">
              <a:extLst>
                <a:ext uri="{FF2B5EF4-FFF2-40B4-BE49-F238E27FC236}">
                  <ns2:creationId id="{D9326B44-12C7-4572-AA8C-A4C4ED5640AC}"/>
                </a:ext>
              </a:extLst>
            </p:cNvPr>
            <p:cNvSpPr>
              <a:spLocks noGrp="1"/>
            </p:cNvSpPr>
            <p:nvPr/>
          </p:nvSpPr>
          <p:spPr>
            <a:xfrm>
              <a:off x="13437680" y="5570982"/>
              <a:ext cx="38386" cy="38386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</p:spTree>
    <p:extLst>
      <p:ext uri="{BB962C8B-B14F-4D97-AF65-F5344CB8AC3E}">
        <ns3:creationId val="421384021"/>
      </p:ext>
    </p:extLst>
  </p:cSld>
  <p:transition spd="fast" advClick="1" advTm="1600">
    <p:fade/>
  </p:transition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10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!!main-heading">
            <a:extLst>
              <a:ext uri="{FF2B5EF4-FFF2-40B4-BE49-F238E27FC236}">
                <ns2:creationId id="{38E3AE18-F3B7-4BD3-A5D6-AA6C07EF3192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36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إزاي الموقع بيفتكرك؟</a:t>
            </a:r>
          </a:p>
        </p:txBody>
      </p:sp>
      <p:sp>
        <p:nvSpPr>
          <p:cNvPr id="2" name="!!browser">
            <a:extLst>
              <a:ext uri="{FF2B5EF4-FFF2-40B4-BE49-F238E27FC236}">
                <ns2:creationId id="{420EA2AA-A8EF-4EFD-9F2C-93D1CE88C7BA}"/>
              </a:ext>
            </a:extLst>
          </p:cNvPr>
          <p:cNvSpPr>
            <a:spLocks noGrp="1"/>
          </p:cNvSpPr>
          <p:nvPr/>
        </p:nvSpPr>
        <p:spPr>
          <a:xfrm>
            <a:off x="5334000" y="3095625"/>
            <a:ext cx="7620000" cy="3524250"/>
          </a:xfrm>
          <a:prstGeom prst="roundRect">
            <a:avLst>
              <a:gd name="adj" fmla="val 9730"/>
            </a:avLst>
          </a:prstGeom>
          <a:solidFill>
            <a:srgbClr val="12172E"/>
          </a:solidFill>
          <a:ln w="28575">
            <a:solidFill>
              <a:srgbClr val="34E5A8"/>
            </a:solidFill>
            <a:prstDash val="solid"/>
          </a:ln>
          <a:effectLst>
            <a:glow rad="76200">
              <a:srgbClr val="34E5A8">
                <a:alpha val="12000"/>
              </a:srgbClr>
            </a:glow>
          </a:effectLst>
        </p:spPr>
        <p:style>
          <a:lnRef idx="0"/>
          <a:fillRef idx="0"/>
          <a:effectRef idx="10"/>
          <a:fontRef idx="major"/>
        </p:style>
      </p:sp>
      <p:grpSp>
        <p:nvGrpSpPr>
          <p:cNvPr id="8" name="!!success"/>
          <p:cNvGrpSpPr/>
          <p:nvPr/>
        </p:nvGrpSpPr>
        <p:grpSpPr>
          <a:xfrm>
            <a:off x="8334375" y="3619500"/>
            <a:ext cx="1619250" cy="1619250"/>
            <a:chOff x="8334375" y="3619500"/>
            <a:chExt cx="1619250" cy="1619250"/>
          </a:xfrm>
        </p:grpSpPr>
        <p:sp>
          <p:nvSpPr>
            <p:cNvPr id="3" name="success/3">
              <a:extLst>
                <a:ext uri="{FF2B5EF4-FFF2-40B4-BE49-F238E27FC236}">
                  <ns2:creationId id="{5F2EEEEC-ED99-4778-85F0-5A13ECB3099A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3619500"/>
              <a:ext cx="1619250" cy="1619250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4" name="success/4">
              <a:extLst>
                <a:ext uri="{FF2B5EF4-FFF2-40B4-BE49-F238E27FC236}">
                  <ns2:creationId id="{B1754C31-BB8B-4724-8FAF-2FF1BEC17AE6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3619500"/>
              <a:ext cx="1619250" cy="1619250"/>
            </a:xfrm>
            <a:custGeom>
              <a:pathLst>
                <a:path w="952500" h="952500">
                  <a:moveTo>
                    <a:pt x="238125" y="485775"/>
                  </a:moveTo>
                  <a:lnTo>
                    <a:pt x="409575" y="666750"/>
                  </a:lnTo>
                  <a:lnTo>
                    <a:pt x="733425" y="295275"/>
                  </a:lnTo>
                </a:path>
              </a:pathLst>
            </a:custGeom>
            <a:noFill/>
            <a:ln w="66675">
              <a:solidFill>
                <a:srgbClr val="F5F7FA"/>
              </a:solidFill>
              <a:prstDash val="solid"/>
            </a:ln>
          </p:spPr>
        </p:sp>
      </p:grpSp>
      <p:sp>
        <p:nvSpPr>
          <p:cNvPr id="5" name="!!logged-in">
            <a:extLst>
              <a:ext uri="{FF2B5EF4-FFF2-40B4-BE49-F238E27FC236}">
                <ns2:creationId id="{63B0324C-141A-4D46-A973-063C10F4E8DF}"/>
              </a:ext>
            </a:extLst>
          </p:cNvPr>
          <p:cNvSpPr>
            <a:spLocks noGrp="1"/>
          </p:cNvSpPr>
          <p:nvPr/>
        </p:nvSpPr>
        <p:spPr>
          <a:xfrm>
            <a:off x="6286500" y="5343525"/>
            <a:ext cx="571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4350" b="1">
                <a:solidFill>
                  <a:srgbClr val="F5F7FA"/>
                </a:solidFill>
                <a:latin typeface="SF Pro Display"/>
                <a:ea typeface="SF Pro Display"/>
                <a:cs typeface="SF Pro Display"/>
              </a:defRPr>
            </a:pPr>
            <a:r>
              <a:rPr sz="4350" b="1" lang="en-US">
                <a:solidFill>
                  <a:srgbClr val="F5F7FA"/>
                </a:solidFill>
                <a:latin typeface="SF Pro Display"/>
                <a:ea typeface="SF Pro Display"/>
                <a:cs typeface="SF Pro Display"/>
              </a:rPr>
              <a:t>Logged In</a:t>
            </a:r>
          </a:p>
        </p:txBody>
      </p:sp>
      <p:sp>
        <p:nvSpPr>
          <p:cNvPr id="6" name="!!logged-caption">
            <a:extLst>
              <a:ext uri="{FF2B5EF4-FFF2-40B4-BE49-F238E27FC236}">
                <ns2:creationId id="{D9875D67-4D35-45E2-8EC7-9E1A22E45250}"/>
              </a:ext>
            </a:extLst>
          </p:cNvPr>
          <p:cNvSpPr>
            <a:spLocks noGrp="1"/>
          </p:cNvSpPr>
          <p:nvPr/>
        </p:nvSpPr>
        <p:spPr>
          <a:xfrm>
            <a:off x="5048250" y="6677025"/>
            <a:ext cx="8191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40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40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الموقع افتكرك من غير ما تسجل دخول تاني</a:t>
            </a:r>
          </a:p>
        </p:txBody>
      </p:sp>
    </p:spTree>
    <p:extLst>
      <p:ext uri="{BB962C8B-B14F-4D97-AF65-F5344CB8AC3E}">
        <ns3:creationId val="1046721118"/>
      </p:ext>
    </p:extLst>
  </p:cSld>
  <p:transition spd="fast" advClick="1" advTm="4000">
    <p:fade/>
  </p:transition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!!types-heading">
            <a:extLst>
              <a:ext uri="{FF2B5EF4-FFF2-40B4-BE49-F238E27FC236}">
                <ns2:creationId id="{485FB7D0-2EE9-4BCE-973C-18F1EA202058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00E5B1CF-15B0-4F8F-88C9-2616621276EC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</p:spTree>
    <p:extLst>
      <p:ext uri="{BB962C8B-B14F-4D97-AF65-F5344CB8AC3E}">
        <ns3:creationId val="1098509259"/>
      </p:ext>
    </p:extLst>
  </p:cSld>
  <p:transition spd="fast" advClick="1" advTm="1600">
    <p:fade/>
  </p:transition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!!types-heading">
            <a:extLst>
              <a:ext uri="{FF2B5EF4-FFF2-40B4-BE49-F238E27FC236}">
                <ns2:creationId id="{08A9B647-BC75-44EA-B8DC-4A34D4B8E6D1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9227AA8D-3DD2-4615-8DA1-A4C79DAFE162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  <p:grpSp>
        <p:nvGrpSpPr>
          <p:cNvPr id="9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1D19E0F7-78D2-4E57-A4DF-53B30E8D8437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3FE64153-F12B-4AE7-B212-D273D7E87C75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EA015818-F717-456E-BAF5-37C56376D33B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810FE5D4-FAB6-4C0B-A18B-097C23BC4DA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EB727937-D41F-4226-8567-E5A3F94DE0D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مؤقتة ومرتبطة بالجلسة</a:t>
              </a:r>
            </a:p>
          </p:txBody>
        </p:sp>
      </p:grpSp>
    </p:spTree>
    <p:extLst>
      <p:ext uri="{BB962C8B-B14F-4D97-AF65-F5344CB8AC3E}">
        <ns3:creationId val="345553110"/>
      </p:ext>
    </p:extLst>
  </p:cSld>
  <p:transition spd="fast" advClick="1" advTm="500">
    <p:fade/>
  </p:transition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!!types-heading">
            <a:extLst>
              <a:ext uri="{FF2B5EF4-FFF2-40B4-BE49-F238E27FC236}">
                <ns2:creationId id="{32CEFE2F-292C-4CFC-B7AE-696EC384FB16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E463805A-94D6-4A33-90A2-669598C6BB74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  <p:grpSp>
        <p:nvGrpSpPr>
          <p:cNvPr id="22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90C59C25-B683-4838-AD89-5B56A76E759B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0DF150F6-1718-4CDC-9528-03F545C647A8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4FD4537A-D9CC-4D44-87BC-D9034E2C03AC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E530AB31-18E9-4673-8340-B6036896E996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78D23515-8F08-4F10-B6ED-294CC6565166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مؤقتة ومرتبطة بالجلسة</a:t>
              </a:r>
            </a:p>
          </p:txBody>
        </p:sp>
      </p:grpSp>
      <p:grpSp>
        <p:nvGrpSpPr>
          <p:cNvPr id="23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FFD77D3A-0270-4FE7-9C6E-C17252D19268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E0D4C6A6-0583-4E1B-B9F1-A4D5B7254E89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379DC57E-8528-4352-B0B6-E08808393A1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6F6E47CB-4296-487C-A59C-DEC6E831218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0D459C70-50AB-459E-8226-E52F7E9A8F9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3808AD62-D7D6-454A-9686-06C44C4320D3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D4407169-2EB7-4D7D-8C24-3DD9B8FD5338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289A1283-AD4D-4F7E-8821-D3EE43140B22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29EB1C7B-7E21-4C9C-9871-5798DAE7EFDC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0B8540BA-5E57-4600-862A-5A200171BD93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DD326E7F-1FF1-40FA-A049-66681E172C4C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8E572B69-3A0E-4605-8741-F4AE49D4759D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82E51988-ACC3-4A6E-89FE-AB0530815498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لها مدة صلاحية محددة</a:t>
              </a:r>
            </a:p>
          </p:txBody>
        </p:sp>
      </p:grpSp>
    </p:spTree>
    <p:extLst>
      <p:ext uri="{BB962C8B-B14F-4D97-AF65-F5344CB8AC3E}">
        <ns3:creationId val="709652223"/>
      </p:ext>
    </p:extLst>
  </p:cSld>
  <p:transition spd="fast" advClick="1" advTm="500">
    <p:fade/>
  </p:transition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4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8" name="!!types-heading">
            <a:extLst>
              <a:ext uri="{FF2B5EF4-FFF2-40B4-BE49-F238E27FC236}">
                <ns2:creationId id="{D6E502C6-11F8-498D-8C30-A4CF40640A53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CF1361F5-41B2-438C-AC7F-2AF0566A258F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  <p:grpSp>
        <p:nvGrpSpPr>
          <p:cNvPr id="29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2734CA77-8898-49C9-B8A9-E1D51BA7178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2161E546-11E7-4F9D-955B-6A76AF0E06AB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B0E400DA-4E1B-4D8B-AE31-A342D4F11262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B37F6DB9-7E6A-439F-A1A8-0AA66BA97BD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92FA7A94-E089-402C-9A8C-EA90241DB3C0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مؤقتة ومرتبطة بالجلسة</a:t>
              </a:r>
            </a:p>
          </p:txBody>
        </p:sp>
      </p:grpSp>
      <p:grpSp>
        <p:nvGrpSpPr>
          <p:cNvPr id="30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CA3044F0-E2BC-440E-B604-F4072EF667E8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B3B1FE7E-BB58-4A1A-9602-1799FB1BE60B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70D88B1F-4854-4DDC-8AE1-C8244810E7A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3F82B68A-14BB-4426-9795-8306DC0E2BA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7E51134C-93D8-4CEF-A2ED-3F30697EEAF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AF1B3CE2-4889-4C0A-A72A-1EA4C921328A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41B723C0-6536-47A7-8F95-58E00A1B856C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FA29E660-02C0-4044-8EE2-137E9C09D6B5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5A34DCD8-1FC0-4F26-9093-83F7EFF0E65B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FD3021AB-4151-4246-B03D-EE76F2F2A2A1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4080C1D4-9F4C-474A-B6AE-543361445CF3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527E35BF-B7B4-4055-B534-6A665ACC20F4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BDC5D11E-B07A-438B-B6CF-62E1124B69AA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لها مدة صلاحية محددة</a:t>
              </a:r>
            </a:p>
          </p:txBody>
        </p:sp>
      </p:grpSp>
      <p:grpSp>
        <p:nvGrpSpPr>
          <p:cNvPr id="31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184A5467-6316-4AA6-884D-4C52D9312EC9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4D96E419-C8A9-4EE2-B22F-82FDC08D765E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/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6D7DA00F-D399-4CA6-961B-264CB849C55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022AA9D1-5F05-439E-9B2C-1C6141C423BD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6E65C670-8BBF-4D0B-96EE-94FE112AF635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040C0D18-B7D8-4FE9-94EE-280C545029D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69F296A3-571D-4E17-A162-9B02D362212D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من الموقع اللي إنت فاتحه</a:t>
              </a:r>
            </a:p>
          </p:txBody>
        </p:sp>
      </p:grpSp>
    </p:spTree>
    <p:extLst>
      <p:ext uri="{BB962C8B-B14F-4D97-AF65-F5344CB8AC3E}">
        <ns3:creationId val="81452916"/>
      </p:ext>
    </p:extLst>
  </p:cSld>
  <p:transition spd="fast" advClick="1" advTm="500">
    <p:fade/>
  </p:transition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5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31711148-70E4-4BCE-889B-36C3646E0359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13CA8361-F0BD-486D-A2F4-114CA8863EA4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365CD12F-C326-40A6-B874-AF64E1B57505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89659DD5-2B87-4BA6-A794-B6D791DCC330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5FFCC2ED-E541-4884-8273-7221ED9D6E09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C4E8EAF0-7473-487F-83B3-3B141233DCF1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96D5979B-0D52-4FDA-83AA-798F9610AA51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566D0BA9-FB82-4F41-BD5C-A279B69E57BF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DFEFBB35-370C-4F96-8D15-FEAB482E02E2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B321D3FD-AAFE-484D-9D38-B5221B1187B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87F69B07-9E7D-4388-84E2-4C39A75F0E1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2B72C1FC-CB73-486E-890C-E8B078A4F98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2EEAC591-A035-4052-89E4-6F796D8555BF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23515B51-7708-45B1-9E3B-685F3817F368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03927DCA-E6BA-4915-9AF3-5E56C97C858F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653FA9E6-562E-4F3A-9588-FE9E2DD4089E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29D971B8-B5F2-41D9-89EB-CD69EA12ACDE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87566D15-A119-44E3-93D6-E75A779EA420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511A26A2-FD67-4C86-8A2A-D16EED6EAA98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09F7AE3F-8D58-46AE-BA82-B6E9BDD1EB87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1F6AE71F-9B61-462F-A7BF-18611F6553C0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F5A8C222-41A5-409D-A33B-E71B08439DF9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/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651249E0-565D-4B46-AD77-3E6491319B7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A89AD035-329F-4C4F-98E2-8EF0AAD9AD26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E3869BDB-E065-4DFD-8CEB-D8F22E4B8C47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46A7348B-4AAF-4507-9CBB-5F7F71726EE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037873C3-BDFB-4F26-8908-5343CA98C2A8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0CDFC26A-35E7-4ACF-BC41-7DBAB56DF67F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7644F8CF-162C-4563-91C1-C069711AD36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ECFD25D7-D747-4CB8-9DF5-9622303650B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72457714-C8F3-4F0C-82A5-7DBE44A6D2B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7A91A583-2044-4096-BC06-FFE501E9966C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DCE0D359-4A98-47CB-9F54-35CF4A16FC1B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7453F21E-74DD-4FD3-B971-27DACC2E8866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793270F9-B70B-4DD4-A3C4-C636E5F62DB6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FF7A59"/>
                  </a:solidFill>
                  <a:latin typeface="SF Pro Display"/>
                  <a:ea typeface="SF Pro Display"/>
                  <a:cs typeface="SF Pro Display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AD54B78B-3466-4436-B8AC-8DB0418612DF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193137738"/>
      </p:ext>
    </p:extLst>
  </p:cSld>
  <p:transition spd="fast" advClick="1" advTm="900">
    <p:fade/>
  </p:transition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6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C94289D0-54A3-4D5B-B055-4827B5403015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8865C6C9-B1E1-4055-BE0D-68C7CE86D550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226469" y="3374231"/>
            <a:ext cx="6500812" cy="2300288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8E1DB2E4-CD1A-42F0-8355-7BA834AEE2B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DFE55713-DF60-4125-8747-2339DC45BA55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F45941A8-6CD9-405D-A380-6897EA2EE1E2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038FC7AA-1722-4D96-B315-2EDC6CCC3127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22B64973-120A-4809-8B14-A02083E220D6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4DA91B37-BA54-4C6A-B0F8-AA7457F7A92D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0188443A-B695-4828-8A27-BB3CE083E335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B5D59AC9-A488-4086-8D3E-FE9E08B6CE3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901D7504-3316-478D-8916-2CC1A337965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FED216E1-05AA-4AFE-AD91-4DC921C5896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F92A0A7D-4E4C-4B4B-BA3D-0A2EEE583479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F3934EEB-3479-4187-AE2B-825FF92EF910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1D395B9B-ADD9-4871-B36E-94890686B2EC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E4C95E73-4571-446A-AB73-12FB36D4149D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A44C8984-8F74-47EE-81EA-9C8C337BBFB8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B5308A42-B4AC-4557-9C2F-26A0AAEE8D49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FDBBF03B-19EF-4C3F-8FA0-4993BA285DB2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4D9B9E3F-038E-4147-A853-65837E93B40C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2E700CB8-E5FA-465D-8C69-0F46B18254A2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FD366475-ED37-48E6-B531-CD1DB6FE7683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BDB3447D-1BC2-49FD-997E-90EDE6DE105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305050EF-7EFD-457F-B4C7-8400ADE347FB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D913C808-1DD3-49AA-AEA5-ED893A6B5CFD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405AB61E-CF9A-43D4-8774-C4C702D3F7A8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34E5A8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3143790C-3F87-41B3-91C2-A38F6F4841A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F56252E7-E6C1-4726-8B3B-4B905F169E61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B2E36D04-3575-437A-B2E3-E115E54D4B9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9F86E4EF-F59D-4453-8DE7-94666A7E4ED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FE712E73-C125-4CA4-9E68-F50C392BE4F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8F787A33-A4B8-41FB-89C6-07C963FF6FEF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2FEFF0D2-52B2-4C63-BE52-CA7C78BC8764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25C7251D-C3DA-4E34-ADC4-DA1B58CAC62E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9FD05D3C-69E4-4547-BB5B-488124791493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FF7A59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9E563F74-50D5-4032-A8EF-9E20CCC3D9A4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895703421"/>
      </p:ext>
    </p:extLst>
  </p:cSld>
  <p:transition spd="fast" advClick="1" advTm="3000">
    <p:fade/>
  </p:transition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7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D602BC27-425D-4D72-B9D6-6E6B939406F6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4890F660-C695-42B2-80A0-DFA97404EA03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17F52D7F-4FA0-46C1-9BB4-A42FC612FF92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41E7E90E-ED93-4D6A-9CE4-E5ECED8889B2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5ADF1B92-B530-41F1-A155-9515FABFB9BA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BD7636FE-DBD8-4907-9D02-C9FE3859329F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58D2BE5E-4A17-445A-B88F-060163C326D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560719" y="3374231"/>
            <a:ext cx="6500812" cy="2300288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FA619C4F-743C-4758-800A-7207382B8CA1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8B7B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EA056135-CC98-4F99-9EF5-A5DBA23083B7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10EBE19C-E19D-4DEE-BCC2-36F3D4BCB0D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0F9D7870-D295-461C-B0B2-D1A1B926547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EAE06850-4819-4C63-9373-557A8E8EE24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73021B77-BB15-4E39-99E0-96C1C029F2B4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98816791-58DE-4538-8A65-A5F6DA8F97EC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9ECE903D-5EB4-450D-9B5D-413F0F8D2ABB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1BCF4113-1149-4F60-8F22-92D65FD242C8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94F58021-BF85-4D23-9554-75D0403A29E7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1B164073-0F1F-4F80-A9EF-EBFF7B5A9DD1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1F9ABE5E-BCE9-4778-A80C-23388818EA3C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A380AD8F-245A-45CA-B8AA-94821594FA32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9BC20EA9-F1D1-4433-97DB-C02C6305A0CF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EAB7127F-DCD9-42F3-AB17-2BD0DD364E01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3AFFBC61-6FCB-4F38-BC0C-65DC25693B8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2EE4D9AD-5C12-4F15-8192-2EF6601D150C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7F18A698-DE83-4D87-9B06-A528BED0F33F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6FFF6CE4-8D37-4BF0-B780-6B23F92590B0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34E5A8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4E63F85F-DB20-4CBD-A021-5FD3C902FAA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3BD008B0-C362-4211-BC60-7B953F6C3C41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7EDDE165-2C8D-41C4-A094-4F7DDA8DDC0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4002A0DD-C4C4-49DD-9049-25458E2B9FE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E661084C-A710-4DA4-920D-B1A210FF9D7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D3571D7F-7B89-4679-916B-F81499F474CA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CB02BBD7-AC7A-4B87-8D72-CB0642214614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0D226825-ADE4-492F-8209-78A02CF23449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32356C90-FBF1-4517-A9A2-DBD079953824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FF7A59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B892770B-DA6E-4551-82FE-90CDF62E9D26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811495752"/>
      </p:ext>
    </p:extLst>
  </p:cSld>
  <p:transition spd="fast" advClick="1" advTm="3000">
    <p:fade/>
  </p:transition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8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EE1C6C6D-B8FD-40B4-A7C7-60B0D942B4E9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A7AA0D68-10E1-4CA0-8E79-B4C528E0D729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BF5BA1A0-DD41-40B7-8DD5-2BD94FCBDA77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690AB01C-68B9-47E4-9B7B-AD1D91358061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A40B16BB-60F9-4060-849F-693E1D03A4AC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3205A517-8202-4746-B151-B2CC96518FC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2A2DC3DA-C2D4-4669-B852-3B0E3E33C470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E73F3460-C417-4F7D-BB3F-0AC58813B327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AD4186C3-5531-43FF-9EA2-1437EF9DFB52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C9E9257E-152A-49F7-833A-32432B3D955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C7E8C8D8-66C5-42D6-8016-F11BA9D2E31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C23CAB4A-71E6-4E4E-9269-F9F393B2E55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E2927819-5E04-4007-A742-AF02CE1988CC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B8DCA5A3-7B1D-48A5-A357-8B2ECF3888D1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3EB4BCDB-6850-4E20-83EE-6EEFAAF3964C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94378717-9855-4EDD-8B70-6249B98BFB13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B550BAD2-2620-424A-95F9-2B125AEED8D2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23B49D02-F595-48D6-AFF8-0CE91405FB19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67E96C9A-E8F8-42C3-8E95-3CDD5CB4BAA7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E832F4CE-47EE-46AB-B26E-9997E3D24DDA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226469" y="6422231"/>
            <a:ext cx="6500812" cy="2300288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CC145B2E-59DE-48AF-BD9A-75791D5529EB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34E5A8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BA707E73-D39E-4758-BA19-A69EDA199448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/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44ED72EA-F46E-4C77-8622-0644318D31A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3BF59EF8-3B5A-4DA4-9207-319BD324C4AB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DC8F2EE6-F4FE-4B9B-BFE9-8C8DC17A2D8E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EC07CB3A-4705-49B6-AF30-ABF502FFDA53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5EE329D1-BAC3-4CD4-BE9D-840975F20F76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104DD1E2-73F5-49FE-9319-67E6BA725070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72955849-FE69-47CE-A4B6-A6C3A85E14D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A7D19BE9-B785-49C0-B190-5AEB2069754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64CDFDE4-3776-4FB3-8635-25CF08AFC11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78C6B539-5B9F-4574-A669-1F9C9BFB950B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3C9CB47B-9D51-4DEB-AA38-18E4F862558A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73B6F39E-937F-4E75-AC4C-C07E3344A394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EC1C9086-02E1-49AA-83C1-14CEED71B0EB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FF7A59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C2D76252-D7E0-4247-941F-290DAC24A1F3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795146068"/>
      </p:ext>
    </p:extLst>
  </p:cSld>
  <p:transition spd="fast" advClick="1" advTm="3000">
    <p:fade/>
  </p:transition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9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BA9CC0FD-A44F-4C82-A7F2-930FCC283C9A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9725B034-09E0-41D0-9DE8-FB459020F913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6D2BC2C7-BC26-474A-966F-DF2A6682C6A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B97C6C9E-39A9-4F24-811E-93B75FDB6B03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C9895EED-C138-463D-85D6-9E770FDBC289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4DE09B75-9D68-4F86-B86F-CF35C34D1C53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3DD0A93C-9ABA-449E-8495-D326554CCBA3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7FDB3DAF-8A19-4D44-8FDD-8F12D9BFC51A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DB2D5049-9A35-4DC6-A599-1C1B9B7D3D04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36FE4A33-E6EF-4C60-A947-2AA4B0BCFDA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E536E131-A304-4AFB-959E-2BD32AB9590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50141AC2-9339-4992-905E-BAA27CE32E0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FFBA2720-982F-4F29-8F9A-A1A954C5C5B3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8CB4591F-50B1-4B57-B4AC-B4A305DCFAF5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D9EE617C-23C2-43C8-B232-FF7740D2A2F5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34A75E51-606C-4037-8B76-495D4D6FDD24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40F8B494-E349-4624-A7B3-8CAF83A9C87C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ED4FD9A7-0B60-4209-ABB0-12509CE2DCB2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D499CEB6-4A80-4B72-98C9-FF838A61A6E4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A95125B3-541F-4FEE-AEB5-0A8C49F27C52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A4A21A57-D3BB-4E96-8F4D-1095A4BF59BE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5242638A-7922-4B6A-9EB6-72099FFE5833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EDA5BC46-4871-4B2B-9E3F-E5EDB3B432C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6DBB7BA7-DA45-4EE9-B91F-09BAFFA9FFD1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F5EF36BF-4C49-406F-A688-C52DEB2ABDF2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4BE8CCB3-F761-44AC-88EB-75A9B44691BF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34E5A8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52B4D79D-1DE7-42E6-BB8D-EA958EDC66D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560719" y="6422231"/>
            <a:ext cx="6500812" cy="2300288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077CA691-64C6-4D53-999F-951DB42232E8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FF7A59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BF1F773F-3A06-4EFA-8E74-2F5AA71B82C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03B950FC-3C29-4FD8-A1E5-0A28DC32FEF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85435154-7333-4CF2-AF79-6B107928DC8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975C4626-43B9-4044-957A-EB7807FEC843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C3FD0F88-8B03-4E7F-88D7-0078D8E7B483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0DA1666B-7939-4BEF-9403-E3EA93090721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D66B7459-FC86-42F0-B064-963881BF139F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FF7A59"/>
                  </a:solidFill>
                  <a:latin typeface="SF Pro Display"/>
                  <a:ea typeface="SF Pro Display"/>
                  <a:cs typeface="SF Pro Display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0C46E1A3-8989-474D-B7D8-9BBCFC86A81C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1078380734"/>
      </p:ext>
    </p:extLst>
  </p:cSld>
  <p:transition spd="fast" advClick="1" advTm="3000">
    <p:fade/>
  </p:transition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10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B18B6154-985E-42EF-AC0A-C8EA349F9385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4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0825A051-2C45-40EF-AD76-2D65DB026A35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SF Arabic"/>
                <a:ea typeface="SF Arabic"/>
                <a:cs typeface="SF Arabic"/>
              </a:defRPr>
            </a:pPr>
            <a:r>
              <a:rPr sz="2550" b="0" lang="ar-EG">
                <a:solidFill>
                  <a:srgbClr val="8A93A6"/>
                </a:solidFill>
                <a:latin typeface="SF Arabic"/>
                <a:ea typeface="SF Arabic"/>
                <a:cs typeface="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2AFBC46E-2F00-4B24-AE3E-246B98EFB403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C6843D94-19A3-4608-AA6F-FD4DA9F4A068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7177BB0C-DD13-4A80-842B-485953378C2F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6AB582F0-BBA7-4C06-8B4B-3E8B53A1530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1CD202C1-A45F-4DE4-BFF3-61253D5391A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49F834A4-3100-4033-BDD3-4768B4B5068E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FEB719E7-B425-41FC-A3D2-CC7BD234DDEA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35D6390C-A4BB-4F59-A258-EE59CDB036C1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71626D3F-E125-4BAE-9B46-9CABE340928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C3B700CC-CA1A-4274-B32F-F57764EAC80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5D2232DF-5EAC-439F-96E4-BE65E5C6F7CF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C59E864B-421D-4CBB-949F-2A1EECB9798F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248A6E13-CED1-4D32-9D01-2A4C61359F9E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D123E59B-369E-4B25-8366-9B553CC76C67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E839ED86-F481-43B2-9826-410E4D07C2AD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83B1B2DA-9B63-47DF-BBE2-6E240FB7EBA3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9153B564-D8BD-4A3B-BA11-4D2522466565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9EED3596-C6EC-4870-BEDF-C8CA176E3A61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2B6CD61E-2BC9-413B-8911-05C6D96BEAED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8E02D202-A8E5-4924-9C14-F8A8049FD0F3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/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A4A2E7C7-A228-438C-8529-DD544307A7F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D4A1129F-E105-42C1-8167-304F0E8F4408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098C74E8-7D9A-45A9-A9AF-3FBABBE4367A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1F3735A9-583A-43C3-A5E4-EC01F3758236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34E5A8"/>
                  </a:solidFill>
                  <a:latin typeface="SF Pro Display"/>
                  <a:ea typeface="SF Pro Display"/>
                  <a:cs typeface="SF Pro Display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6905F332-F70B-4505-9BD1-6913743A0608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D6BEB63B-2C33-41FD-9AFA-A0C5A02356F2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BD9AA245-6707-4A54-835B-7BEC342DAB6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28E81C06-D8D0-4B07-9256-6E29D99A9AE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1FF71FB6-FD4A-495E-91CD-0E2B50BC555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06B60505-D913-4441-BE36-4B9722DB2EC8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F09C1288-2951-4232-B014-2E9C3107D57A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62F15220-832F-4822-AD78-16926AB825F4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5A49489C-F03D-43F2-9F56-B538F045543E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2925" b="1" lang="en-US">
                  <a:solidFill>
                    <a:srgbClr val="FF7A59"/>
                  </a:solidFill>
                  <a:latin typeface="SF Pro Display"/>
                  <a:ea typeface="SF Pro Display"/>
                  <a:cs typeface="SF Pro Display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ABE654B7-81EF-4807-A882-787D476DE6FF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1501484908"/>
      </p:ext>
    </p:extLst>
  </p:cSld>
  <p:transition spd="fast" advClick="1" advTm="1000">
    <p:fade/>
  </p:transition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!!compare-heading">
            <a:extLst>
              <a:ext uri="{FF2B5EF4-FFF2-40B4-BE49-F238E27FC236}">
                <ns2:creationId id="{1B469A16-7C25-49DF-8376-72C3C521B060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1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B33742B7-C8C4-4BA5-B72F-45A8479ABB79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0" lang="en-US">
                <a:solidFill>
                  <a:srgbClr val="00D9FF"/>
                </a:solidFill>
                <a:latin typeface="SF Pro Display"/>
                <a:ea typeface="SF Pro Display"/>
                <a:cs typeface="SF Pro Display"/>
              </a:rPr>
              <a:t>Cookies vs Cache vs Local Storage</a:t>
            </a:r>
          </a:p>
        </p:txBody>
      </p:sp>
    </p:spTree>
    <p:extLst>
      <p:ext uri="{BB962C8B-B14F-4D97-AF65-F5344CB8AC3E}">
        <ns3:creationId val="1479483777"/>
      </p:ext>
    </p:extLst>
  </p:cSld>
  <p:transition spd="fast" advClick="1" advTm="1600">
    <p:fade/>
  </p:transition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!!compare-heading">
            <a:extLst>
              <a:ext uri="{FF2B5EF4-FFF2-40B4-BE49-F238E27FC236}">
                <ns2:creationId id="{4F97451F-A488-42A5-AA60-4489500A6715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1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0A044F1F-08F7-4FF6-AB9E-D2BEA9170F7B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0" lang="en-US">
                <a:solidFill>
                  <a:srgbClr val="00D9FF"/>
                </a:solidFill>
                <a:latin typeface="SF Pro Display"/>
                <a:ea typeface="SF Pro Display"/>
                <a:cs typeface="SF Pro Display"/>
              </a:rPr>
              <a:t>Cookies vs Cache vs Local Storage</a:t>
            </a:r>
          </a:p>
        </p:txBody>
      </p:sp>
      <p:grpSp>
        <p:nvGrpSpPr>
          <p:cNvPr id="16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AEBE8716-96D4-4430-8F87-A619E621F47E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6E362BF1-7781-47EA-BA97-F0BE547E874E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6B50F8F7-C391-4039-9A2C-D5CE28D13AC2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3D873296-903F-4FD3-92BC-703400E6D6C6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42B1298D-1829-416D-9B95-BFFA385BE121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572255F1-F8A0-4AF9-86D4-6B8167776CB8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FA3E7A15-EB0E-41FA-A640-C7D6AEFE8DE1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DFDB3FC3-0DEB-4A0F-A12A-87FA61022118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C7CFEDF1-26DF-4C94-BDD5-3315953C147D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A9748C23-079E-464B-91B8-30C5B750DC37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799856E7-CA46-4C50-9880-0DC39BB0C67F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1F148C2B-4A0D-4680-BCE3-810D9226C3DD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قد تُرسل مع طلبات الموقع</a:t>
              </a:r>
            </a:p>
          </p:txBody>
        </p:sp>
      </p:grpSp>
    </p:spTree>
    <p:extLst>
      <p:ext uri="{BB962C8B-B14F-4D97-AF65-F5344CB8AC3E}">
        <ns3:creationId val="1397279651"/>
      </p:ext>
    </p:extLst>
  </p:cSld>
  <p:transition spd="fast" advClick="1" advTm="600">
    <p:fade/>
  </p:transition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!!compare-heading">
            <a:extLst>
              <a:ext uri="{FF2B5EF4-FFF2-40B4-BE49-F238E27FC236}">
                <ns2:creationId id="{935A226E-6A73-4D03-A926-0EA420F1959D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1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BAE2631A-38AF-4CA4-96C8-664142A34828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0" lang="en-US">
                <a:solidFill>
                  <a:srgbClr val="00D9FF"/>
                </a:solidFill>
                <a:latin typeface="SF Pro Display"/>
                <a:ea typeface="SF Pro Display"/>
                <a:cs typeface="SF Pro Display"/>
              </a:rPr>
              <a:t>Cookies vs Cache vs Local Storage</a:t>
            </a:r>
          </a:p>
        </p:txBody>
      </p:sp>
      <p:grpSp>
        <p:nvGrpSpPr>
          <p:cNvPr id="22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1912A996-D8DC-4255-9695-9BF09F4770CC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F659DC7E-E533-440D-BABA-AF8542F53D39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6A5272EC-56AD-44D6-B2D5-FC1AC91FB714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BCF256B9-FFF8-42B0-81B1-25C3518D6C3B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6AE987AA-31E2-43B1-921D-AAD4A32F7646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DDD03F08-5A1E-4484-922C-2BC1747F41F5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F9E1FC84-AE22-4805-918E-AD24BBD46EDB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23B84FD1-74BD-4E6F-88C0-2C2EE7FE8A1E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247D0F9B-68A5-4985-BCA0-381DF9B248DE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3A99FF2B-D239-418E-B502-BA2004DE391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524A05F0-36AB-4771-BBFB-A09FF254C3F1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5D5B4623-DC84-4F1C-BE3F-D52C4C4017A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قد تُرسل مع طلبات الموقع</a:t>
              </a:r>
            </a:p>
          </p:txBody>
        </p:sp>
      </p:grpSp>
      <p:grpSp>
        <p:nvGrpSpPr>
          <p:cNvPr id="23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86C8621C-491C-45A7-BA5F-9E048E428302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658EA08C-865D-48AB-A4AB-4AC55DD9A5AF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81DE2156-C82C-4C3C-B692-2700A9F93A4D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8D844E42-BE3C-48C4-982D-3C47CDA24E0C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AC7CE09B-4A85-4288-9CD1-EEEECE8E939E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E32B69CC-A36F-47DE-8234-B831660DCE90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يقلل إعادة التحميل</a:t>
              </a:r>
            </a:p>
          </p:txBody>
        </p:sp>
      </p:grpSp>
    </p:spTree>
    <p:extLst>
      <p:ext uri="{BB962C8B-B14F-4D97-AF65-F5344CB8AC3E}">
        <ns3:creationId val="1102297493"/>
      </p:ext>
    </p:extLst>
  </p:cSld>
  <p:transition spd="fast" advClick="1" advTm="600">
    <p:fade/>
  </p:transition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4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!!compare-heading">
            <a:extLst>
              <a:ext uri="{FF2B5EF4-FFF2-40B4-BE49-F238E27FC236}">
                <ns2:creationId id="{F1A16493-4191-4D84-8EB0-6A19EFAF6553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1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9837F77B-D9FA-48B2-8042-9F48F9341A89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0" lang="en-US">
                <a:solidFill>
                  <a:srgbClr val="00D9FF"/>
                </a:solidFill>
                <a:latin typeface="SF Pro Display"/>
                <a:ea typeface="SF Pro Display"/>
                <a:cs typeface="SF Pro Display"/>
              </a:rPr>
              <a:t>Cookies vs Cache vs Local Storage</a:t>
            </a:r>
          </a:p>
        </p:txBody>
      </p:sp>
      <p:grpSp>
        <p:nvGrpSpPr>
          <p:cNvPr id="30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D1D7B203-867F-47F8-90F6-42B77A22AE37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BAAD0E50-E00C-47C2-A8F7-69A746A90D68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E41DDF16-F36F-4AA8-91D5-2562B9E88F7F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41F379AF-3E64-47FC-9435-25E4DBC557F1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ED630CC7-B330-4C5B-B347-E91C632E2B91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2E9E2732-B4E2-4AF1-8E52-040D42BA2D97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A2CDCD4A-F9BB-44F0-88BE-991AF69C27CA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B82EA60A-36C5-402B-AAC2-90E5EC02B10A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95AFBA6D-6E96-4100-9EDE-85D14C4FE227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D9F1321D-7313-4324-B90D-CF44C0C4FF68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89E548D4-5E00-4053-B3E5-D631C713C2DB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5747B80A-B700-4116-98CB-FA925051A556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قد تُرسل مع طلبات الموقع</a:t>
              </a:r>
            </a:p>
          </p:txBody>
        </p:sp>
      </p:grpSp>
      <p:grpSp>
        <p:nvGrpSpPr>
          <p:cNvPr id="31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759CB818-EEF6-4668-AD00-DE6D9B7BD877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9848D122-5401-4CA5-854B-DA3D22F70E80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808FF180-E0C0-4014-9C3D-38DF6518673D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571B2C70-9590-4D43-AF2E-97C0CA98E7C6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525BBE73-D515-458D-9FEE-914EB3AEBB1F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88A175FE-2DD5-4592-81A8-B54D5F0B1E05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يقلل إعادة التحميل</a:t>
              </a:r>
            </a:p>
          </p:txBody>
        </p:sp>
      </p:grpSp>
      <p:grpSp>
        <p:nvGrpSpPr>
          <p:cNvPr id="32" name="!!comparison-2"/>
          <p:cNvGrpSpPr/>
          <p:nvPr/>
        </p:nvGrpSpPr>
        <p:grpSpPr>
          <a:xfrm>
            <a:off x="12382500" y="3429000"/>
            <a:ext cx="4762500" cy="4476750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6A00B8CD-17F6-4208-8ED1-E0DA5B14105E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3259EB39-5551-47F5-920B-A4858BBEC35D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E1CDD3AA-36A5-4642-ABE2-4B27D103C6A3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/>
            </a:solidFill>
            <a:ln w="47625">
              <a:solidFill>
                <a:srgbClr val="8B7BFF"/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D822E467-6873-446C-8537-264951450E54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DEFDA22D-28CB-44C1-8A64-A881A73831B5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463019F5-FBD4-4AC4-B9F5-19E09A43F954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6DD9384B-A400-4CC7-B380-D1B6F9513CFD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BDDA293D-3B44-45DF-A4CD-4359C3A61A2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لا يُرسل تلقائيًا مع كل Request</a:t>
              </a:r>
            </a:p>
          </p:txBody>
        </p:sp>
      </p:grpSp>
    </p:spTree>
    <p:extLst>
      <p:ext uri="{BB962C8B-B14F-4D97-AF65-F5344CB8AC3E}">
        <ns3:creationId val="1553256604"/>
      </p:ext>
    </p:extLst>
  </p:cSld>
  <p:transition spd="fast" advClick="1" advTm="600">
    <p:fade/>
  </p:transition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5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!!compare-heading">
            <a:extLst>
              <a:ext uri="{FF2B5EF4-FFF2-40B4-BE49-F238E27FC236}">
                <ns2:creationId id="{BE935C49-FA8B-466F-B106-833ECB0E5C04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1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B0948013-BF1B-4A6F-AF00-213316AB3F77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0" lang="en-US">
                <a:solidFill>
                  <a:srgbClr val="00D9FF"/>
                </a:solidFill>
                <a:latin typeface="SF Pro Display"/>
                <a:ea typeface="SF Pro Display"/>
                <a:cs typeface="SF Pro Display"/>
              </a:rPr>
              <a:t>Cookies vs Cache vs Local Storage</a:t>
            </a:r>
          </a:p>
        </p:txBody>
      </p:sp>
      <p:grpSp>
        <p:nvGrpSpPr>
          <p:cNvPr id="30" name="!!comparison-0"/>
          <p:cNvGrpSpPr/>
          <p:nvPr/>
        </p:nvGrpSpPr>
        <p:grpSpPr>
          <a:xfrm>
            <a:off x="1000125" y="3294698"/>
            <a:ext cx="5048250" cy="4745355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A9AD4A70-1D71-40D5-9634-55B8B2833B0C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FFB800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C8D8B6C4-5E4B-4730-B870-C4A229300317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9213D190-7A63-46DA-BF53-9DDD34C2FD55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5251058B-A775-47B4-A437-DB5E6219BEA8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3D47285C-BD27-4A3E-A670-442C425D6F0B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16BA9B07-32D5-41E9-BC55-B65ABBE813ED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E181F9B0-F21C-4E7D-862D-A0C86FCBB4AB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970E1990-09A9-4BDF-9FAD-875599EA50EF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EA648891-26EC-4232-9F26-51B1D70A2950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9E8DA0BF-7B86-4C96-8330-808F7A248B72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3CB9373E-F94F-4D17-8B3C-942C9DE4280F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5088E25B-BA3C-443D-BBFF-543C9ED1CA78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قد تُرسل مع طلبات الموقع</a:t>
              </a:r>
            </a:p>
          </p:txBody>
        </p:sp>
      </p:grpSp>
      <p:grpSp>
        <p:nvGrpSpPr>
          <p:cNvPr id="31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DDB9A235-DC42-45AA-A57A-7B8326D23BCE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CB9E2F81-FE59-47AD-BCA4-763D351E20F2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E77EF242-D20B-4FD0-AF1B-A94AE99AC4EB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A6B3BE88-9B19-41F7-A3FA-8C51F1C2AC41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09625488-9638-45FC-B213-202B637B6F64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FF5BB4AA-5CF8-4AF8-BF18-A5104E98FF8D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يقلل إعادة التحميل</a:t>
              </a:r>
            </a:p>
          </p:txBody>
        </p:sp>
      </p:grpSp>
      <p:grpSp>
        <p:nvGrpSpPr>
          <p:cNvPr id="32" name="!!comparison-2"/>
          <p:cNvGrpSpPr/>
          <p:nvPr/>
        </p:nvGrpSpPr>
        <p:grpSpPr>
          <a:xfrm>
            <a:off x="12382500" y="3429000"/>
            <a:ext cx="4762500" cy="4476750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5F8886B6-9A56-4A5D-A9C1-7C5BBE900739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5DAA32EF-93A3-4FAB-9214-ADF89EA77D07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463D0999-D3F1-40EA-802E-C7F196EAD9CB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47625">
              <a:solidFill>
                <a:srgbClr val="8B7BFF">
                  <a:alpha val="30000"/>
                </a:srgbClr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15B845C5-C6DA-47C0-BAB5-E5F01DD4D992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465432AC-9F08-4FB8-B83F-78E2FECAA103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B4602EDB-D82D-46B0-AA38-C8F9BF1034F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6016EDF0-01A2-4932-AA49-B0FDB287AA55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29BEA0B2-99A7-4315-A76C-45570F8ED847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لا يُرسل تلقائيًا مع كل Request</a:t>
              </a:r>
            </a:p>
          </p:txBody>
        </p:sp>
      </p:grpSp>
    </p:spTree>
    <p:extLst>
      <p:ext uri="{BB962C8B-B14F-4D97-AF65-F5344CB8AC3E}">
        <ns3:creationId val="70902578"/>
      </p:ext>
    </p:extLst>
  </p:cSld>
  <p:transition spd="fast" advClick="1" advTm="4000">
    <p:fade/>
  </p:transition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6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!!compare-heading">
            <a:extLst>
              <a:ext uri="{FF2B5EF4-FFF2-40B4-BE49-F238E27FC236}">
                <ns2:creationId id="{8C657C23-357C-4C26-BCB3-84FC193D2F9F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1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BA23A469-36C0-4FFB-89B0-FB6951E8735B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0" lang="en-US">
                <a:solidFill>
                  <a:srgbClr val="00D9FF"/>
                </a:solidFill>
                <a:latin typeface="SF Pro Display"/>
                <a:ea typeface="SF Pro Display"/>
                <a:cs typeface="SF Pro Display"/>
              </a:rPr>
              <a:t>Cookies vs Cache vs Local Storage</a:t>
            </a:r>
          </a:p>
        </p:txBody>
      </p:sp>
      <p:grpSp>
        <p:nvGrpSpPr>
          <p:cNvPr id="30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5DE76033-3D24-4367-A6D2-4D7A75A768B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CE357710-CEE0-43F7-839F-F75D3D868329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A352EEBD-9DD2-4E1A-B343-6C380391212D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DC0C29F5-AED3-4DA0-BBB2-BCCAF45BBD22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4ABB550F-B739-45B9-BFA8-6AA8FCB8D0D7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17D83332-93EA-4835-8212-922031CB7F83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F4CAC2B6-0FAD-4007-849A-D0B22D5CDD58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8D295834-F52E-431D-860E-57DD000C7BDF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C1BC9977-6933-4A19-9FF9-BDED93D7392A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FFB800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2C850DF4-BEBC-4F75-B586-286F0869516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D5583BE8-4BCE-4896-A90C-BCCA9FA5C88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27C71D5D-6539-4CB1-8709-D8067A257031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قد تُرسل مع طلبات الموقع</a:t>
              </a:r>
            </a:p>
          </p:txBody>
        </p:sp>
      </p:grpSp>
      <p:grpSp>
        <p:nvGrpSpPr>
          <p:cNvPr id="31" name="!!comparison-1"/>
          <p:cNvGrpSpPr/>
          <p:nvPr/>
        </p:nvGrpSpPr>
        <p:grpSpPr>
          <a:xfrm>
            <a:off x="6619875" y="3294698"/>
            <a:ext cx="5048250" cy="4745355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5EB783E0-0FBB-4DA8-A03A-113E74A4B650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8D54A69E-DF15-4C20-86C5-8313E9046276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9230FCFB-D114-468B-9D0D-665EAD5074D8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3B634BE8-08DB-4F60-97EC-7854AE63B7DF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F2B36D1B-DC1C-464F-A6F5-35E9DA222A5B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F518F57B-37D4-45B4-BB0D-5E399C6C25EB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يقلل إعادة التحميل</a:t>
              </a:r>
            </a:p>
          </p:txBody>
        </p:sp>
      </p:grpSp>
      <p:grpSp>
        <p:nvGrpSpPr>
          <p:cNvPr id="32" name="!!comparison-2"/>
          <p:cNvGrpSpPr/>
          <p:nvPr/>
        </p:nvGrpSpPr>
        <p:grpSpPr>
          <a:xfrm>
            <a:off x="12382500" y="3429000"/>
            <a:ext cx="4762500" cy="4476750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20E09599-96BF-4939-AC65-844F3ADEB4AC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DB031AB3-4D28-4F73-BF64-954DDDCC8790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9CC2C9D5-195C-46F3-98CF-F26C4001B1BE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47625">
              <a:solidFill>
                <a:srgbClr val="8B7BFF">
                  <a:alpha val="30000"/>
                </a:srgbClr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88921AD8-5B7D-4F39-AAA1-E255453EED6D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2B6760BD-3273-4EC4-ACB6-5D054DF92F3D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8B7B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B88DA943-9E76-4A41-AD1F-846AD5857671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E6352CFB-CB4D-4D00-BB5B-182C8A983A5F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162182C2-1179-4BFD-8015-8612675E6E9D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لا يُرسل تلقائيًا مع كل Request</a:t>
              </a:r>
            </a:p>
          </p:txBody>
        </p:sp>
      </p:grpSp>
    </p:spTree>
    <p:extLst>
      <p:ext uri="{BB962C8B-B14F-4D97-AF65-F5344CB8AC3E}">
        <ns3:creationId val="81793720"/>
      </p:ext>
    </p:extLst>
  </p:cSld>
  <p:transition spd="fast" advClick="1" advTm="4000">
    <p:fade/>
  </p:transition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7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!!compare-heading">
            <a:extLst>
              <a:ext uri="{FF2B5EF4-FFF2-40B4-BE49-F238E27FC236}">
                <ns2:creationId id="{3583C519-A89A-4C7E-AEFD-4AE73DE701D5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1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C481A07B-C272-48AB-BC21-F72F50B9A9A7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0" lang="en-US">
                <a:solidFill>
                  <a:srgbClr val="00D9FF"/>
                </a:solidFill>
                <a:latin typeface="SF Pro Display"/>
                <a:ea typeface="SF Pro Display"/>
                <a:cs typeface="SF Pro Display"/>
              </a:rPr>
              <a:t>Cookies vs Cache vs Local Storage</a:t>
            </a:r>
          </a:p>
        </p:txBody>
      </p:sp>
      <p:grpSp>
        <p:nvGrpSpPr>
          <p:cNvPr id="30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6CDD14CA-E78A-4C58-924C-D17496D67103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5D0502E2-01E8-440D-85F7-AFCCF918E57B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51A4958A-7B07-4772-BADA-88055C595B58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E810BB38-7A35-45E3-B4CD-E949FA08A3CA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4EAE76F1-BA6E-48AA-A009-E2F80A6F866C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334FEA22-2C59-4F43-A7FA-C6031052BEF7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70B14E59-18B7-40F7-9649-5B1BAD95E0F6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24B42761-381C-4FD7-B912-19C4BD7A76A3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98AA0A5A-FE96-436C-AF62-26241B6246C5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FFB800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64CDD09E-B5FF-4240-B641-54A87BCA304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D6E2EBB2-4E06-49E7-A01F-DD3E1A5F298B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6291422D-4F84-494B-8455-18F0BB4469B7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قد تُرسل مع طلبات الموقع</a:t>
              </a:r>
            </a:p>
          </p:txBody>
        </p:sp>
      </p:grpSp>
      <p:grpSp>
        <p:nvGrpSpPr>
          <p:cNvPr id="31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1586BB3E-6B72-4404-B7F7-E1187FD777C6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36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89DF1E25-4DCA-49A5-9211-F2F625734199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E5F2C92F-7B79-47DE-B1FF-ED2E7E37D590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00D9FF">
                      <a:alpha val="30000"/>
                    </a:srgbClr>
                  </a:solidFill>
                  <a:latin typeface="SF Pro Display"/>
                  <a:ea typeface="SF Pro Display"/>
                  <a:cs typeface="SF Pro Display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F164F202-94FD-444A-8852-BDA615D33ACC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FDD99F45-C403-4384-A13D-E780BFC48DD6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27D88CFE-0CA3-4A66-A8E9-33DE813E737F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SF Arabic"/>
                  <a:ea typeface="SF Arabic"/>
                  <a:cs typeface="SF Arabic"/>
                </a:rPr>
                <a:t>يقلل إعادة التحميل</a:t>
              </a:r>
            </a:p>
          </p:txBody>
        </p:sp>
      </p:grpSp>
      <p:grpSp>
        <p:nvGrpSpPr>
          <p:cNvPr id="32" name="!!comparison-2"/>
          <p:cNvGrpSpPr/>
          <p:nvPr/>
        </p:nvGrpSpPr>
        <p:grpSpPr>
          <a:xfrm>
            <a:off x="12239625" y="3294698"/>
            <a:ext cx="5048250" cy="4745355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802BDEC7-A0D2-48F4-9102-BC079BE2726D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8B7B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4531F4F4-8ECC-4996-8FE1-9758EA1DE400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53AB622F-D12F-41F9-AB7B-665222D8F832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/>
            </a:solidFill>
            <a:ln w="47625">
              <a:solidFill>
                <a:srgbClr val="8B7BFF"/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C67C2C77-C745-4A21-BFAE-3F6B66422F38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41CCD069-CB5C-4BAB-979F-BE298D03D624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15F7A815-7EE5-4D42-9EF3-6B621844AECC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C9420513-DB91-41E7-86B7-CF879ED1C87E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70F0F23E-1230-40DC-8115-AD0FF9594971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لا يُرسل تلقائيًا مع كل Request</a:t>
              </a:r>
            </a:p>
          </p:txBody>
        </p:sp>
      </p:grpSp>
    </p:spTree>
    <p:extLst>
      <p:ext uri="{BB962C8B-B14F-4D97-AF65-F5344CB8AC3E}">
        <ns3:creationId val="1259193239"/>
      </p:ext>
    </p:extLst>
  </p:cSld>
  <p:transition spd="fast" advClick="1" advTm="4000">
    <p:fade/>
  </p:transition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8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!!compare-heading">
            <a:extLst>
              <a:ext uri="{FF2B5EF4-FFF2-40B4-BE49-F238E27FC236}">
                <ns2:creationId id="{5ED235CA-CA87-423F-94B8-BA756D929242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SF Arabic"/>
                <a:ea typeface="SF Arabic"/>
                <a:cs typeface="SF Arabic"/>
              </a:defRPr>
            </a:pPr>
            <a:r>
              <a:rPr sz="5100" b="1" lang="ar-EG">
                <a:solidFill>
                  <a:srgbClr val="F5F7FA"/>
                </a:solidFill>
                <a:latin typeface="SF Arabic"/>
                <a:ea typeface="SF Arabic"/>
                <a:cs typeface="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18E9D3F9-805B-4C04-A5DC-A7DF7CE87AEE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0" lang="en-US">
                <a:solidFill>
                  <a:srgbClr val="00D9FF"/>
                </a:solidFill>
                <a:latin typeface="SF Pro Display"/>
                <a:ea typeface="SF Pro Display"/>
                <a:cs typeface="SF Pro Display"/>
              </a:rPr>
              <a:t>Cookies vs Cache vs Local Storage</a:t>
            </a:r>
          </a:p>
        </p:txBody>
      </p:sp>
      <p:grpSp>
        <p:nvGrpSpPr>
          <p:cNvPr id="32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F5F71458-D072-4974-864D-EE7337633972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165A0A54-BDA4-4355-9F28-E6C68FDF5306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9757E72E-EA78-4292-97DD-0F5CC0153DDC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2D2F7767-0CA0-4C1C-907D-19EADBF04373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C8CA5B9A-30D0-403B-8CED-E46336A732DE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075B2BCC-ADD7-4003-94CA-E3A9B2E4F149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17A80F5F-A9ED-4DE3-B943-CB1D0E09C959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394B2E9B-0EE9-46B3-BD20-5BB3331A9492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21A21356-E009-4943-A6FC-42DC831F271C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FFB800"/>
                  </a:solidFill>
                  <a:latin typeface="SF Pro Display"/>
                  <a:ea typeface="SF Pro Display"/>
                  <a:cs typeface="SF Pro Display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D0169E0C-6AA5-44BF-87B0-FBF8D9C7EA47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58A77EA3-6905-46BD-99B1-FEC7F03EC477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3AB4C822-D6CF-4C26-876B-CAFDB1CF7941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قد تُرسل مع طلبات الموقع</a:t>
              </a:r>
            </a:p>
          </p:txBody>
        </p:sp>
      </p:grpSp>
      <p:grpSp>
        <p:nvGrpSpPr>
          <p:cNvPr id="33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4A590260-32D9-4DAB-B435-F3370C5AAC9D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6DB7E226-611C-40B7-8C7F-620E9B617DC9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65BA92E1-2676-4551-9819-747964FAABC6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00D9FF"/>
                  </a:solidFill>
                  <a:latin typeface="SF Pro Display"/>
                  <a:ea typeface="SF Pro Display"/>
                  <a:cs typeface="SF Pro Display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937D9FCC-EEC4-45C0-B977-3D288C2D6C42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E7596427-FDD7-460C-84A7-C10121FA45A2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19257761-242E-45DB-9176-C3507ABBC4C1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يقلل إعادة التحميل</a:t>
              </a:r>
            </a:p>
          </p:txBody>
        </p:sp>
      </p:grpSp>
      <p:grpSp>
        <p:nvGrpSpPr>
          <p:cNvPr id="34" name="!!comparison-2"/>
          <p:cNvGrpSpPr/>
          <p:nvPr/>
        </p:nvGrpSpPr>
        <p:grpSpPr>
          <a:xfrm>
            <a:off x="12382500" y="3429000"/>
            <a:ext cx="4762500" cy="4476750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E24E34F5-A225-4A93-84D6-155B16BF160B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07FFA7DB-146F-4C1D-B1FB-A9F0B277BA3E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E6D63180-A981-4471-80E6-8E4518E0F2B2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/>
            </a:solidFill>
            <a:ln w="47625">
              <a:solidFill>
                <a:srgbClr val="8B7BFF"/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696274DE-3BCF-4346-A4DB-2B0A6F403381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0AF12F7D-F687-4443-8653-F4E307E7D244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defRPr>
              </a:pPr>
              <a:r>
                <a:rPr sz="3525" b="1" lang="en-US">
                  <a:solidFill>
                    <a:srgbClr val="8B7BFF"/>
                  </a:solidFill>
                  <a:latin typeface="SF Pro Display"/>
                  <a:ea typeface="SF Pro Display"/>
                  <a:cs typeface="SF Pro Display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D8D8AFAF-2810-4252-8246-9EAEF200FF52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039ECE68-13D2-4CC2-B3D5-78F53BB43FBA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2154F669-93B0-4373-BC90-25E8777FB99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لا يُرسل تلقائيًا مع كل Request</a:t>
              </a:r>
            </a:p>
          </p:txBody>
        </p:sp>
      </p:grpSp>
      <p:grpSp>
        <p:nvGrpSpPr>
          <p:cNvPr id="35" name="!!summary"/>
          <p:cNvGrpSpPr/>
          <p:nvPr/>
        </p:nvGrpSpPr>
        <p:grpSpPr>
          <a:xfrm>
            <a:off x="2952750" y="8572500"/>
            <a:ext cx="12382500" cy="857250"/>
            <a:chOff x="2952750" y="8572500"/>
            <a:chExt cx="12382500" cy="857250"/>
          </a:xfrm>
        </p:grpSpPr>
        <p:sp>
          <p:nvSpPr>
            <p:cNvPr id="29" name="summary/27">
              <a:extLst>
                <a:ext uri="{FF2B5EF4-FFF2-40B4-BE49-F238E27FC236}">
                  <ns2:creationId id="{2AF59F95-BCA5-45B2-84E4-21CD3E04BCC5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8572500"/>
              <a:ext cx="12382500" cy="857250"/>
            </a:xfrm>
            <a:prstGeom prst="roundRect">
              <a:avLst>
                <a:gd name="adj" fmla="val 26667"/>
              </a:avLst>
            </a:prstGeom>
            <a:solidFill>
              <a:srgbClr val="12172E"/>
            </a:solidFill>
            <a:ln w="19050">
              <a:solidFill>
                <a:srgbClr val="00D9FF">
                  <a:alpha val="40000"/>
                </a:srgbClr>
              </a:solidFill>
              <a:prstDash val="solid"/>
            </a:ln>
          </p:spPr>
        </p:sp>
        <p:sp>
          <p:nvSpPr>
            <p:cNvPr id="30" name="summary/28">
              <a:extLst>
                <a:ext uri="{FF2B5EF4-FFF2-40B4-BE49-F238E27FC236}">
                  <ns2:creationId id="{6425AEA0-F962-46F3-A62A-F9AC3595B3FD}"/>
                </a:ext>
              </a:extLst>
            </p:cNvPr>
            <p:cNvSpPr>
              <a:spLocks noGrp="1"/>
            </p:cNvSpPr>
            <p:nvPr/>
          </p:nvSpPr>
          <p:spPr>
            <a:xfrm>
              <a:off x="3238500" y="8734425"/>
              <a:ext cx="11811000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SF Arabic"/>
                  <a:ea typeface="SF Arabic"/>
                  <a:cs typeface="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SF Arabic"/>
                  <a:ea typeface="SF Arabic"/>
                  <a:cs typeface="SF Arabic"/>
                </a:rPr>
                <a:t>Cookies للجلسة • Cache للسرعة • Local Storage للتخزين المحلي</a:t>
              </a:r>
            </a:p>
          </p:txBody>
        </p:sp>
      </p:grpSp>
    </p:spTree>
    <p:extLst>
      <p:ext uri="{BB962C8B-B14F-4D97-AF65-F5344CB8AC3E}">
        <ns3:creationId val="1791230793"/>
      </p:ext>
    </p:extLst>
  </p:cSld>
  <p:transition spd="fast" advClick="1" advTm="2600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62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2026-09-07T18:11:54.6080000Z</dcterms:created>
  <dcterms:modified xsi:type="dcterms:W3CDTF">2026-09-07T18:11:54.6080000Z</dcterms:modified>
</coreProperties>
</file>